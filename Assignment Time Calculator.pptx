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0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</p:sldIdLst>
  <p:sldSz cy="5143500" cx="9144000"/>
  <p:notesSz cx="6858000" cy="9144000"/>
  <p:embeddedFontLst>
    <p:embeddedFont>
      <p:font typeface="Poppins"/>
      <p:regular r:id="rId11"/>
      <p:bold r:id="rId12"/>
      <p:italic r:id="rId13"/>
      <p:boldItalic r:id="rId14"/>
    </p:embeddedFont>
    <p:embeddedFont>
      <p:font typeface="Urbanist Medium"/>
      <p:regular r:id="rId15"/>
      <p:bold r:id="rId16"/>
      <p:italic r:id="rId17"/>
      <p:boldItalic r:id="rId18"/>
    </p:embeddedFont>
    <p:embeddedFont>
      <p:font typeface="Urbanist"/>
      <p:regular r:id="rId19"/>
      <p:bold r:id="rId20"/>
      <p:italic r:id="rId21"/>
      <p:boldItalic r:id="rId22"/>
    </p:embeddedFont>
    <p:embeddedFont>
      <p:font typeface="Poppins SemiBold"/>
      <p:regular r:id="rId23"/>
      <p:bold r:id="rId24"/>
      <p:italic r:id="rId25"/>
      <p:boldItalic r:id="rId2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20" Type="http://schemas.openxmlformats.org/officeDocument/2006/relationships/font" Target="fonts/Urbanist-bold.fntdata"/><Relationship Id="rId22" Type="http://schemas.openxmlformats.org/officeDocument/2006/relationships/font" Target="fonts/Urbanist-boldItalic.fntdata"/><Relationship Id="rId21" Type="http://schemas.openxmlformats.org/officeDocument/2006/relationships/font" Target="fonts/Urbanist-italic.fntdata"/><Relationship Id="rId24" Type="http://schemas.openxmlformats.org/officeDocument/2006/relationships/font" Target="fonts/PoppinsSemiBold-bold.fntdata"/><Relationship Id="rId23" Type="http://schemas.openxmlformats.org/officeDocument/2006/relationships/font" Target="fonts/PoppinsSemiBold-regular.fntdata"/><Relationship Id="rId26" Type="http://schemas.openxmlformats.org/officeDocument/2006/relationships/font" Target="fonts/PoppinsSemiBold-boldItalic.fntdata"/><Relationship Id="rId25" Type="http://schemas.openxmlformats.org/officeDocument/2006/relationships/font" Target="fonts/PoppinsSemiBold-italic.fntdata"/><Relationship Id="rId11" Type="http://schemas.openxmlformats.org/officeDocument/2006/relationships/font" Target="fonts/Poppins-regular.fntdata"/><Relationship Id="rId10" Type="http://schemas.openxmlformats.org/officeDocument/2006/relationships/slide" Target="slides/slide5.xml"/><Relationship Id="rId13" Type="http://schemas.openxmlformats.org/officeDocument/2006/relationships/font" Target="fonts/Poppins-italic.fntdata"/><Relationship Id="rId12" Type="http://schemas.openxmlformats.org/officeDocument/2006/relationships/font" Target="fonts/Poppins-bold.fntdata"/><Relationship Id="rId15" Type="http://schemas.openxmlformats.org/officeDocument/2006/relationships/font" Target="fonts/UrbanistMedium-regular.fntdata"/><Relationship Id="rId14" Type="http://schemas.openxmlformats.org/officeDocument/2006/relationships/font" Target="fonts/Poppins-boldItalic.fntdata"/><Relationship Id="rId17" Type="http://schemas.openxmlformats.org/officeDocument/2006/relationships/font" Target="fonts/UrbanistMedium-italic.fntdata"/><Relationship Id="rId16" Type="http://schemas.openxmlformats.org/officeDocument/2006/relationships/font" Target="fonts/UrbanistMedium-bold.fntdata"/><Relationship Id="rId19" Type="http://schemas.openxmlformats.org/officeDocument/2006/relationships/font" Target="fonts/Urbanist-regular.fntdata"/><Relationship Id="rId18" Type="http://schemas.openxmlformats.org/officeDocument/2006/relationships/font" Target="fonts/UrbanistMedium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9" name="Shape 5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0" name="Google Shape;570;g3bd674a811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1" name="Google Shape;571;g3bd674a811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5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3bd674a8115_0_5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3bd674a8115_0_5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1" name="Shape 5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2" name="Google Shape;582;g3bd674a8115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3" name="Google Shape;583;g3bd674a8115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3" name="Shape 6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" name="Google Shape;604;g3bd674a8115_0_6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5" name="Google Shape;605;g3bd674a8115_0_6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1" name="Shape 6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2" name="Google Shape;612;g3bd674a8115_0_6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3" name="Google Shape;613;g3bd674a8115_0_6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- Alt 1">
  <p:cSld name="BLANK_1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title"/>
          </p:nvPr>
        </p:nvSpPr>
        <p:spPr>
          <a:xfrm>
            <a:off x="3236625" y="837723"/>
            <a:ext cx="5622600" cy="22752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10" name="Google Shape;10;p2"/>
          <p:cNvSpPr/>
          <p:nvPr/>
        </p:nvSpPr>
        <p:spPr>
          <a:xfrm flipH="1">
            <a:off x="1350050" y="2493850"/>
            <a:ext cx="2836800" cy="2649600"/>
          </a:xfrm>
          <a:prstGeom prst="pie">
            <a:avLst>
              <a:gd fmla="val 21585343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1" name="Google Shape;11;p2"/>
          <p:cNvSpPr/>
          <p:nvPr/>
        </p:nvSpPr>
        <p:spPr>
          <a:xfrm flipH="1" rot="5400000">
            <a:off x="58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2768400" cy="2699100"/>
          </a:xfrm>
          <a:prstGeom prst="round1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-100" y="2699025"/>
            <a:ext cx="1653900" cy="1114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1653900" y="2701600"/>
            <a:ext cx="1114500" cy="11145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3236625" y="3183150"/>
            <a:ext cx="5430300" cy="63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 SemiBold"/>
              <a:buNone/>
              <a:defRPr sz="1600"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- Alt 1">
  <p:cSld name="BLANK_1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" name="Google Shape;19;p3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0" name="Google Shape;20;p3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" name="Google Shape;21;p3"/>
          <p:cNvSpPr/>
          <p:nvPr/>
        </p:nvSpPr>
        <p:spPr>
          <a:xfrm flipH="1">
            <a:off x="284701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" name="Google Shape;22;p3"/>
          <p:cNvSpPr/>
          <p:nvPr/>
        </p:nvSpPr>
        <p:spPr>
          <a:xfrm>
            <a:off x="927633" y="474750"/>
            <a:ext cx="14634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3" name="Google Shape;23;p3"/>
          <p:cNvSpPr/>
          <p:nvPr/>
        </p:nvSpPr>
        <p:spPr>
          <a:xfrm flipH="1">
            <a:off x="1322410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" name="Google Shape;24;p3"/>
          <p:cNvSpPr/>
          <p:nvPr/>
        </p:nvSpPr>
        <p:spPr>
          <a:xfrm>
            <a:off x="2309186" y="474990"/>
            <a:ext cx="1399200" cy="4294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5" name="Google Shape;25;p3"/>
          <p:cNvSpPr/>
          <p:nvPr/>
        </p:nvSpPr>
        <p:spPr>
          <a:xfrm flipH="1">
            <a:off x="2685553" y="533157"/>
            <a:ext cx="4074000" cy="40740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6" name="Google Shape;26;p3"/>
          <p:cNvSpPr txBox="1"/>
          <p:nvPr>
            <p:ph type="title"/>
          </p:nvPr>
        </p:nvSpPr>
        <p:spPr>
          <a:xfrm>
            <a:off x="3708375" y="1585475"/>
            <a:ext cx="5190300" cy="20319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27" name="Google Shape;27;p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title only">
  <p:cSld name="BLANK_1_1_1_1_1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4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1" name="Google Shape;31;p4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" name="Google Shape;32;p4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3" name="Google Shape;33;p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ubtitle">
  <p:cSld name="BLANK_1_1_1_1_1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/>
          <p:nvPr>
            <p:ph idx="1" type="subTitle"/>
          </p:nvPr>
        </p:nvSpPr>
        <p:spPr>
          <a:xfrm>
            <a:off x="286975" y="1143000"/>
            <a:ext cx="4429800" cy="513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100"/>
            </a:lvl9pPr>
          </a:lstStyle>
          <a:p/>
        </p:txBody>
      </p:sp>
      <p:sp>
        <p:nvSpPr>
          <p:cNvPr id="36" name="Google Shape;36;p5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8" name="Google Shape;38;p5"/>
          <p:cNvSpPr txBox="1"/>
          <p:nvPr>
            <p:ph idx="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9" name="Google Shape;39;p5"/>
          <p:cNvSpPr txBox="1"/>
          <p:nvPr>
            <p:ph idx="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" name="Google Shape;40;p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roadmap">
  <p:cSld name="BLANK_1_1_1_1_1_2_1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6"/>
          <p:cNvSpPr txBox="1"/>
          <p:nvPr>
            <p:ph idx="1" type="subTitle"/>
          </p:nvPr>
        </p:nvSpPr>
        <p:spPr>
          <a:xfrm>
            <a:off x="271250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000"/>
              <a:buFont typeface="Poppins SemiBold"/>
              <a:buNone/>
              <a:defRPr sz="1000">
                <a:solidFill>
                  <a:schemeClr val="accent4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2" type="subTitle"/>
          </p:nvPr>
        </p:nvSpPr>
        <p:spPr>
          <a:xfrm>
            <a:off x="203059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Poppins SemiBold"/>
              <a:buNone/>
              <a:defRPr sz="1000">
                <a:solidFill>
                  <a:schemeClr val="accent3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3" type="subTitle"/>
          </p:nvPr>
        </p:nvSpPr>
        <p:spPr>
          <a:xfrm>
            <a:off x="379548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000"/>
              <a:buFont typeface="Poppins SemiBold"/>
              <a:buNone/>
              <a:defRPr sz="1000">
                <a:solidFill>
                  <a:schemeClr val="accent5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4" type="subTitle"/>
          </p:nvPr>
        </p:nvSpPr>
        <p:spPr>
          <a:xfrm>
            <a:off x="5556416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Poppins SemiBold"/>
              <a:buNone/>
              <a:defRPr sz="1000">
                <a:solidFill>
                  <a:schemeClr val="dk2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6" name="Google Shape;46;p6"/>
          <p:cNvSpPr txBox="1"/>
          <p:nvPr>
            <p:ph idx="5" type="subTitle"/>
          </p:nvPr>
        </p:nvSpPr>
        <p:spPr>
          <a:xfrm>
            <a:off x="7318138" y="2269625"/>
            <a:ext cx="1508700" cy="302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6"/>
              </a:buClr>
              <a:buSzPts val="1000"/>
              <a:buFont typeface="Poppins SemiBold"/>
              <a:buNone/>
              <a:defRPr sz="1000">
                <a:solidFill>
                  <a:schemeClr val="accent6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  <p:sp>
        <p:nvSpPr>
          <p:cNvPr id="47" name="Google Shape;47;p6"/>
          <p:cNvSpPr txBox="1"/>
          <p:nvPr>
            <p:ph idx="6" type="body"/>
          </p:nvPr>
        </p:nvSpPr>
        <p:spPr>
          <a:xfrm>
            <a:off x="27125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8" name="Google Shape;48;p6"/>
          <p:cNvSpPr txBox="1"/>
          <p:nvPr>
            <p:ph idx="7" type="body"/>
          </p:nvPr>
        </p:nvSpPr>
        <p:spPr>
          <a:xfrm>
            <a:off x="2028213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49" name="Google Shape;49;p6"/>
          <p:cNvSpPr txBox="1"/>
          <p:nvPr>
            <p:ph idx="8" type="body"/>
          </p:nvPr>
        </p:nvSpPr>
        <p:spPr>
          <a:xfrm>
            <a:off x="3785175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0" name="Google Shape;50;p6"/>
          <p:cNvSpPr txBox="1"/>
          <p:nvPr>
            <p:ph idx="9" type="body"/>
          </p:nvPr>
        </p:nvSpPr>
        <p:spPr>
          <a:xfrm>
            <a:off x="5542138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1" name="Google Shape;51;p6"/>
          <p:cNvSpPr txBox="1"/>
          <p:nvPr>
            <p:ph idx="13" type="body"/>
          </p:nvPr>
        </p:nvSpPr>
        <p:spPr>
          <a:xfrm>
            <a:off x="7299100" y="3263085"/>
            <a:ext cx="1508700" cy="827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00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SzPts val="900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SzPts val="900"/>
              <a:buChar char="■"/>
              <a:defRPr sz="900"/>
            </a:lvl9pPr>
          </a:lstStyle>
          <a:p/>
        </p:txBody>
      </p:sp>
      <p:sp>
        <p:nvSpPr>
          <p:cNvPr id="52" name="Google Shape;52;p6"/>
          <p:cNvSpPr txBox="1"/>
          <p:nvPr>
            <p:ph idx="14" type="subTitle"/>
          </p:nvPr>
        </p:nvSpPr>
        <p:spPr>
          <a:xfrm>
            <a:off x="271250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3" name="Google Shape;53;p6"/>
          <p:cNvSpPr txBox="1"/>
          <p:nvPr>
            <p:ph idx="15" type="subTitle"/>
          </p:nvPr>
        </p:nvSpPr>
        <p:spPr>
          <a:xfrm>
            <a:off x="2030598" y="2737064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4" name="Google Shape;54;p6"/>
          <p:cNvSpPr txBox="1"/>
          <p:nvPr>
            <p:ph idx="16" type="subTitle"/>
          </p:nvPr>
        </p:nvSpPr>
        <p:spPr>
          <a:xfrm>
            <a:off x="379548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5" name="Google Shape;55;p6"/>
          <p:cNvSpPr txBox="1"/>
          <p:nvPr>
            <p:ph idx="17" type="subTitle"/>
          </p:nvPr>
        </p:nvSpPr>
        <p:spPr>
          <a:xfrm>
            <a:off x="5556416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6" name="Google Shape;56;p6"/>
          <p:cNvSpPr txBox="1"/>
          <p:nvPr>
            <p:ph idx="18" type="subTitle"/>
          </p:nvPr>
        </p:nvSpPr>
        <p:spPr>
          <a:xfrm>
            <a:off x="7318138" y="2737075"/>
            <a:ext cx="1508700" cy="338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57" name="Google Shape;57;p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58" name="Google Shape;58;p6"/>
          <p:cNvSpPr txBox="1"/>
          <p:nvPr>
            <p:ph idx="1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59" name="Google Shape;59;p6"/>
          <p:cNvSpPr txBox="1"/>
          <p:nvPr>
            <p:ph idx="20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0" name="Google Shape;60;p6"/>
          <p:cNvSpPr txBox="1"/>
          <p:nvPr>
            <p:ph idx="21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61" name="Google Shape;61;p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with Shape">
  <p:cSld name="BLANK_1_1_1_1_1_1_1_2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7"/>
          <p:cNvSpPr/>
          <p:nvPr/>
        </p:nvSpPr>
        <p:spPr>
          <a:xfrm>
            <a:off x="0" y="3859125"/>
            <a:ext cx="2004300" cy="12828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4" name="Google Shape;64;p7"/>
          <p:cNvSpPr/>
          <p:nvPr/>
        </p:nvSpPr>
        <p:spPr>
          <a:xfrm flipH="1" rot="10800000">
            <a:off x="6571675" y="3851200"/>
            <a:ext cx="12708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5" name="Google Shape;65;p7"/>
          <p:cNvSpPr/>
          <p:nvPr/>
        </p:nvSpPr>
        <p:spPr>
          <a:xfrm flipH="1" rot="10800000">
            <a:off x="7217867" y="3851200"/>
            <a:ext cx="1282500" cy="12828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66" name="Google Shape;66;p7"/>
          <p:cNvSpPr/>
          <p:nvPr/>
        </p:nvSpPr>
        <p:spPr>
          <a:xfrm rot="5400000">
            <a:off x="3193350" y="-1811400"/>
            <a:ext cx="2757600" cy="8574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7" name="Google Shape;67;p7"/>
          <p:cNvSpPr txBox="1"/>
          <p:nvPr>
            <p:ph type="title"/>
          </p:nvPr>
        </p:nvSpPr>
        <p:spPr>
          <a:xfrm>
            <a:off x="283475" y="1096954"/>
            <a:ext cx="8575800" cy="27576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68" name="Google Shape;68;p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69" name="Google Shape;69;p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70" name="Google Shape;70;p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71" name="Google Shape;71;p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- Alt 1">
  <p:cSld name="BLANK_1_1_1_1_1_1_1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8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74" name="Google Shape;74;p8"/>
          <p:cNvSpPr/>
          <p:nvPr/>
        </p:nvSpPr>
        <p:spPr>
          <a:xfrm flipH="1" rot="5400000">
            <a:off x="6571675" y="2571675"/>
            <a:ext cx="5143500" cy="5143500"/>
          </a:xfrm>
          <a:prstGeom prst="pie">
            <a:avLst>
              <a:gd fmla="val 21589913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5" name="Google Shape;75;p8"/>
          <p:cNvSpPr/>
          <p:nvPr/>
        </p:nvSpPr>
        <p:spPr>
          <a:xfrm flipH="1" rot="5400000">
            <a:off x="6571675" y="-8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76" name="Google Shape;76;p8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77" name="Google Shape;77;p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2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9"/>
          <p:cNvSpPr txBox="1"/>
          <p:nvPr>
            <p:ph idx="1" type="body"/>
          </p:nvPr>
        </p:nvSpPr>
        <p:spPr>
          <a:xfrm>
            <a:off x="37965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0" name="Google Shape;80;p9"/>
          <p:cNvSpPr txBox="1"/>
          <p:nvPr>
            <p:ph idx="2" type="body"/>
          </p:nvPr>
        </p:nvSpPr>
        <p:spPr>
          <a:xfrm>
            <a:off x="225527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1" name="Google Shape;81;p9"/>
          <p:cNvSpPr txBox="1"/>
          <p:nvPr>
            <p:ph idx="3" type="body"/>
          </p:nvPr>
        </p:nvSpPr>
        <p:spPr>
          <a:xfrm>
            <a:off x="4130900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2" name="Google Shape;82;p9"/>
          <p:cNvSpPr txBox="1"/>
          <p:nvPr>
            <p:ph idx="4" type="body"/>
          </p:nvPr>
        </p:nvSpPr>
        <p:spPr>
          <a:xfrm>
            <a:off x="6006525" y="3500000"/>
            <a:ext cx="13893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sz="1000"/>
            </a:lvl9pPr>
          </a:lstStyle>
          <a:p/>
        </p:txBody>
      </p:sp>
      <p:sp>
        <p:nvSpPr>
          <p:cNvPr id="83" name="Google Shape;83;p9"/>
          <p:cNvSpPr txBox="1"/>
          <p:nvPr>
            <p:ph type="title"/>
          </p:nvPr>
        </p:nvSpPr>
        <p:spPr>
          <a:xfrm>
            <a:off x="308784" y="1188147"/>
            <a:ext cx="7206000" cy="666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84" name="Google Shape;84;p9"/>
          <p:cNvSpPr txBox="1"/>
          <p:nvPr>
            <p:ph idx="5" type="subTitle"/>
          </p:nvPr>
        </p:nvSpPr>
        <p:spPr>
          <a:xfrm>
            <a:off x="308784" y="1922075"/>
            <a:ext cx="7206000" cy="510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9"/>
          <p:cNvSpPr txBox="1"/>
          <p:nvPr>
            <p:ph idx="6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6" name="Google Shape;86;p9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87" name="Google Shape;87;p9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8" name="Google Shape;88;p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">
  <p:cSld name="BLANK_1_1_1_1_1_1_1_1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1" name="Google Shape;91;p10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92" name="Google Shape;92;p10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3" name="Google Shape;93;p10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94" name="Google Shape;94;p10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95" name="Google Shape;95;p10"/>
          <p:cNvSpPr/>
          <p:nvPr>
            <p:ph idx="4" type="pic"/>
          </p:nvPr>
        </p:nvSpPr>
        <p:spPr>
          <a:xfrm>
            <a:off x="6364300" y="0"/>
            <a:ext cx="2779500" cy="38136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96" name="Google Shape;96;p10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97" name="Google Shape;97;p10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98" name="Google Shape;98;p1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2">
  <p:cSld name="BLANK_1_1_1_1_1_1_1_1_1_1_1_2_1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1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1" name="Google Shape;101;p11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03" name="Google Shape;103;p11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4" name="Google Shape;104;p11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05" name="Google Shape;105;p11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06" name="Google Shape;106;p11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07" name="Google Shape;107;p11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8" name="Google Shape;108;p11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09" name="Google Shape;109;p11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0" name="Google Shape;110;p1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3">
  <p:cSld name="BLANK_1_1_1_1_1_1_1_1_1_1_1_2_1_1"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12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13" name="Google Shape;113;p12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grpSp>
        <p:nvGrpSpPr>
          <p:cNvPr id="114" name="Google Shape;114;p12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15" name="Google Shape;115;p12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6" name="Google Shape;116;p12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17" name="Google Shape;117;p12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18" name="Google Shape;118;p12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19" name="Google Shape;119;p12"/>
          <p:cNvSpPr/>
          <p:nvPr>
            <p:ph idx="4" type="pic"/>
          </p:nvPr>
        </p:nvSpPr>
        <p:spPr>
          <a:xfrm rot="10800000">
            <a:off x="6324525" y="0"/>
            <a:ext cx="2819400" cy="3715800"/>
          </a:xfrm>
          <a:prstGeom prst="round2Same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0" name="Google Shape;120;p12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21" name="Google Shape;121;p12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22" name="Google Shape;122;p1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4">
  <p:cSld name="BLANK_1_1_1_1_1_1_1_1_1_1_1_2_1_1_1"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3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5" name="Google Shape;125;p13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26" name="Google Shape;126;p13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7" name="Google Shape;127;p13"/>
          <p:cNvSpPr/>
          <p:nvPr>
            <p:ph idx="2" type="pic"/>
          </p:nvPr>
        </p:nvSpPr>
        <p:spPr>
          <a:xfrm>
            <a:off x="6355775" y="1418625"/>
            <a:ext cx="2788200" cy="3725100"/>
          </a:xfrm>
          <a:prstGeom prst="round2DiagRect">
            <a:avLst>
              <a:gd fmla="val 50000" name="adj1"/>
              <a:gd fmla="val 0" name="adj2"/>
            </a:avLst>
          </a:prstGeom>
          <a:noFill/>
          <a:ln>
            <a:noFill/>
          </a:ln>
        </p:spPr>
      </p:sp>
      <p:sp>
        <p:nvSpPr>
          <p:cNvPr id="128" name="Google Shape;128;p13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29" name="Google Shape;129;p13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30" name="Google Shape;130;p13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1" name="Google Shape;131;p13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32" name="Google Shape;132;p13"/>
          <p:cNvSpPr txBox="1"/>
          <p:nvPr>
            <p:ph idx="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5">
  <p:cSld name="CUSTOM_7"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36" name="Google Shape;136;p14"/>
          <p:cNvSpPr/>
          <p:nvPr/>
        </p:nvSpPr>
        <p:spPr>
          <a:xfrm flipH="1" rot="10800000">
            <a:off x="7069375" y="3760875"/>
            <a:ext cx="13596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7" name="Google Shape;137;p14"/>
          <p:cNvSpPr/>
          <p:nvPr/>
        </p:nvSpPr>
        <p:spPr>
          <a:xfrm flipH="1" rot="10800000">
            <a:off x="7760700" y="3760875"/>
            <a:ext cx="1372200" cy="13725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8" name="Google Shape;138;p14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39" name="Google Shape;139;p14"/>
          <p:cNvSpPr/>
          <p:nvPr>
            <p:ph idx="2" type="pic"/>
          </p:nvPr>
        </p:nvSpPr>
        <p:spPr>
          <a:xfrm rot="10800000">
            <a:off x="6364225" y="0"/>
            <a:ext cx="2784600" cy="3775800"/>
          </a:xfrm>
          <a:prstGeom prst="round1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40" name="Google Shape;140;p14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41" name="Google Shape;141;p14"/>
          <p:cNvSpPr txBox="1"/>
          <p:nvPr>
            <p:ph idx="3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42" name="Google Shape;142;p14"/>
          <p:cNvSpPr txBox="1"/>
          <p:nvPr>
            <p:ph idx="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3" name="Google Shape;143;p14"/>
          <p:cNvSpPr txBox="1"/>
          <p:nvPr>
            <p:ph idx="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4" name="Google Shape;144;p1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6">
  <p:cSld name="CUSTOM_8"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7" name="Google Shape;147;p15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48" name="Google Shape;148;p15"/>
          <p:cNvSpPr/>
          <p:nvPr/>
        </p:nvSpPr>
        <p:spPr>
          <a:xfrm flipH="1">
            <a:off x="7723050" y="2475750"/>
            <a:ext cx="2828100" cy="2657700"/>
          </a:xfrm>
          <a:prstGeom prst="pie">
            <a:avLst>
              <a:gd fmla="val 0" name="adj1"/>
              <a:gd fmla="val 5408708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49" name="Google Shape;149;p15"/>
          <p:cNvSpPr/>
          <p:nvPr/>
        </p:nvSpPr>
        <p:spPr>
          <a:xfrm flipH="1" rot="5400000">
            <a:off x="6370150" y="3807650"/>
            <a:ext cx="2688900" cy="2700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0" name="Google Shape;150;p15"/>
          <p:cNvSpPr txBox="1"/>
          <p:nvPr>
            <p:ph idx="3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51" name="Google Shape;151;p15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4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52" name="Google Shape;152;p15"/>
          <p:cNvSpPr txBox="1"/>
          <p:nvPr>
            <p:ph idx="4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53" name="Google Shape;153;p15"/>
          <p:cNvSpPr/>
          <p:nvPr/>
        </p:nvSpPr>
        <p:spPr>
          <a:xfrm>
            <a:off x="6375075" y="10125"/>
            <a:ext cx="2757600" cy="37944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3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4" name="Google Shape;154;p15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55" name="Google Shape;155;p1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7">
  <p:cSld name="CUSTOM_8_1"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6"/>
          <p:cNvSpPr/>
          <p:nvPr/>
        </p:nvSpPr>
        <p:spPr>
          <a:xfrm>
            <a:off x="4902225" y="2293759"/>
            <a:ext cx="2868000" cy="2857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8" name="Google Shape;158;p16"/>
          <p:cNvSpPr/>
          <p:nvPr/>
        </p:nvSpPr>
        <p:spPr>
          <a:xfrm rot="5400000">
            <a:off x="7720466" y="2360662"/>
            <a:ext cx="2851800" cy="2718000"/>
          </a:xfrm>
          <a:prstGeom prst="pie">
            <a:avLst>
              <a:gd fmla="val 0" name="adj1"/>
              <a:gd fmla="val 5398959" name="adj2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59" name="Google Shape;159;p16"/>
          <p:cNvSpPr/>
          <p:nvPr/>
        </p:nvSpPr>
        <p:spPr>
          <a:xfrm>
            <a:off x="6345359" y="7875"/>
            <a:ext cx="2791200" cy="1233000"/>
          </a:xfrm>
          <a:prstGeom prst="rect">
            <a:avLst/>
          </a:prstGeom>
          <a:noFill/>
          <a:ln cap="flat" cmpd="sng" w="19050">
            <a:solidFill>
              <a:schemeClr val="accent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0" name="Google Shape;160;p16"/>
          <p:cNvSpPr txBox="1"/>
          <p:nvPr>
            <p:ph idx="1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61" name="Google Shape;161;p16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162" name="Google Shape;162;p16"/>
          <p:cNvSpPr txBox="1"/>
          <p:nvPr>
            <p:ph idx="2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63" name="Google Shape;163;p16"/>
          <p:cNvSpPr txBox="1"/>
          <p:nvPr>
            <p:ph idx="3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4" name="Google Shape;164;p16"/>
          <p:cNvSpPr txBox="1"/>
          <p:nvPr>
            <p:ph idx="4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65" name="Google Shape;165;p16"/>
          <p:cNvSpPr txBox="1"/>
          <p:nvPr>
            <p:ph idx="5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66" name="Google Shape;166;p16"/>
          <p:cNvSpPr/>
          <p:nvPr/>
        </p:nvSpPr>
        <p:spPr>
          <a:xfrm>
            <a:off x="6345359" y="1240774"/>
            <a:ext cx="2801400" cy="24798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67" name="Google Shape;167;p1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8">
  <p:cSld name="CUSTOM_8_1_1"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7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0" name="Google Shape;170;p17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71" name="Google Shape;171;p17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grpSp>
        <p:nvGrpSpPr>
          <p:cNvPr id="172" name="Google Shape;172;p17"/>
          <p:cNvGrpSpPr/>
          <p:nvPr/>
        </p:nvGrpSpPr>
        <p:grpSpPr>
          <a:xfrm>
            <a:off x="6324521" y="8900"/>
            <a:ext cx="2848500" cy="6539200"/>
            <a:chOff x="6324521" y="8900"/>
            <a:chExt cx="2848500" cy="6539200"/>
          </a:xfrm>
        </p:grpSpPr>
        <p:sp>
          <p:nvSpPr>
            <p:cNvPr id="173" name="Google Shape;173;p17"/>
            <p:cNvSpPr/>
            <p:nvPr/>
          </p:nvSpPr>
          <p:spPr>
            <a:xfrm rot="10800000">
              <a:off x="6362475" y="8900"/>
              <a:ext cx="2772600" cy="3700500"/>
            </a:xfrm>
            <a:prstGeom prst="round2SameRect">
              <a:avLst>
                <a:gd fmla="val 50000" name="adj1"/>
                <a:gd fmla="val 0" name="adj2"/>
              </a:avLst>
            </a:prstGeom>
            <a:noFill/>
            <a:ln cap="flat" cmpd="sng" w="19050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4" name="Google Shape;174;p17"/>
            <p:cNvSpPr/>
            <p:nvPr/>
          </p:nvSpPr>
          <p:spPr>
            <a:xfrm flipH="1" rot="5400000">
              <a:off x="6319275" y="3734100"/>
              <a:ext cx="2820300" cy="2807700"/>
            </a:xfrm>
            <a:prstGeom prst="pie">
              <a:avLst>
                <a:gd fmla="val 16192689" name="adj1"/>
                <a:gd fmla="val 4945" name="adj2"/>
              </a:avLst>
            </a:prstGeom>
            <a:noFill/>
            <a:ln cap="flat" cmpd="sng" w="19050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  <p:sp>
          <p:nvSpPr>
            <p:cNvPr id="175" name="Google Shape;175;p17"/>
            <p:cNvSpPr/>
            <p:nvPr/>
          </p:nvSpPr>
          <p:spPr>
            <a:xfrm flipH="1">
              <a:off x="6324521" y="2295469"/>
              <a:ext cx="2848500" cy="2847300"/>
            </a:xfrm>
            <a:prstGeom prst="pie">
              <a:avLst>
                <a:gd fmla="val 21590006" name="adj1"/>
                <a:gd fmla="val 5408708" name="adj2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Urbanist"/>
                <a:ea typeface="Urbanist"/>
                <a:cs typeface="Urbanist"/>
                <a:sym typeface="Urbanist"/>
              </a:endParaRPr>
            </a:p>
          </p:txBody>
        </p:sp>
      </p:grpSp>
      <p:sp>
        <p:nvSpPr>
          <p:cNvPr id="176" name="Google Shape;176;p17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77" name="Google Shape;177;p17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5"/>
                </a:solidFill>
              </a:defRPr>
            </a:lvl9pPr>
          </a:lstStyle>
          <a:p/>
        </p:txBody>
      </p:sp>
      <p:sp>
        <p:nvSpPr>
          <p:cNvPr id="178" name="Google Shape;178;p17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79" name="Google Shape;179;p1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9">
  <p:cSld name="CUSTOM_8_1_1_1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2" name="Google Shape;182;p1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83" name="Google Shape;183;p1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4" name="Google Shape;184;p18"/>
          <p:cNvSpPr/>
          <p:nvPr/>
        </p:nvSpPr>
        <p:spPr>
          <a:xfrm>
            <a:off x="7780000" y="10200"/>
            <a:ext cx="1353900" cy="1417500"/>
          </a:xfrm>
          <a:prstGeom prst="rect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5" name="Google Shape;185;p18"/>
          <p:cNvSpPr/>
          <p:nvPr/>
        </p:nvSpPr>
        <p:spPr>
          <a:xfrm rot="-5400000">
            <a:off x="4934200" y="10025"/>
            <a:ext cx="2845800" cy="28356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86" name="Google Shape;186;p18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87" name="Google Shape;187;p18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dk2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188" name="Google Shape;188;p18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189" name="Google Shape;189;p18"/>
          <p:cNvSpPr/>
          <p:nvPr/>
        </p:nvSpPr>
        <p:spPr>
          <a:xfrm>
            <a:off x="6366275" y="1427825"/>
            <a:ext cx="2768100" cy="3705300"/>
          </a:xfrm>
          <a:prstGeom prst="round2DiagRect">
            <a:avLst>
              <a:gd fmla="val 50000" name="adj1"/>
              <a:gd fmla="val 0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0" name="Google Shape;190;p1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hase description - Alt 10">
  <p:cSld name="CUSTOM_8_1_1_1_1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9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3" name="Google Shape;193;p19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194" name="Google Shape;194;p19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5" name="Google Shape;195;p19"/>
          <p:cNvSpPr txBox="1"/>
          <p:nvPr>
            <p:ph idx="4" type="body"/>
          </p:nvPr>
        </p:nvSpPr>
        <p:spPr>
          <a:xfrm>
            <a:off x="286425" y="2475750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984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96" name="Google Shape;196;p19"/>
          <p:cNvSpPr/>
          <p:nvPr/>
        </p:nvSpPr>
        <p:spPr>
          <a:xfrm flipH="1" rot="10800000">
            <a:off x="7069375" y="3773775"/>
            <a:ext cx="13596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7" name="Google Shape;197;p19"/>
          <p:cNvSpPr/>
          <p:nvPr/>
        </p:nvSpPr>
        <p:spPr>
          <a:xfrm flipH="1" rot="10800000">
            <a:off x="7760700" y="3773775"/>
            <a:ext cx="1372200" cy="1359600"/>
          </a:xfrm>
          <a:prstGeom prst="pie">
            <a:avLst>
              <a:gd fmla="val 16192689" name="adj1"/>
              <a:gd fmla="val 5408708" name="adj2"/>
            </a:avLst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364300" y="3759200"/>
            <a:ext cx="1396500" cy="13827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199" name="Google Shape;199;p19"/>
          <p:cNvSpPr txBox="1"/>
          <p:nvPr>
            <p:ph type="title"/>
          </p:nvPr>
        </p:nvSpPr>
        <p:spPr>
          <a:xfrm>
            <a:off x="284700" y="919249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solidFill>
                  <a:schemeClr val="accent6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/>
            </a:lvl9pPr>
          </a:lstStyle>
          <a:p/>
        </p:txBody>
      </p:sp>
      <p:sp>
        <p:nvSpPr>
          <p:cNvPr id="200" name="Google Shape;200;p19"/>
          <p:cNvSpPr txBox="1"/>
          <p:nvPr>
            <p:ph idx="5" type="title"/>
          </p:nvPr>
        </p:nvSpPr>
        <p:spPr>
          <a:xfrm>
            <a:off x="284700" y="1692899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1" name="Google Shape;201;p19"/>
          <p:cNvSpPr/>
          <p:nvPr/>
        </p:nvSpPr>
        <p:spPr>
          <a:xfrm rot="10800000">
            <a:off x="6377600" y="8800"/>
            <a:ext cx="2758800" cy="3754200"/>
          </a:xfrm>
          <a:prstGeom prst="round1Rect">
            <a:avLst>
              <a:gd fmla="val 50000" name="adj"/>
            </a:avLst>
          </a:prstGeom>
          <a:noFill/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1">
  <p:cSld name="BLANK_1_1_1_1_1_1_1_1_1_1_1_1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0"/>
          <p:cNvSpPr txBox="1"/>
          <p:nvPr>
            <p:ph idx="1" type="subTitle"/>
          </p:nvPr>
        </p:nvSpPr>
        <p:spPr>
          <a:xfrm>
            <a:off x="3389025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5" name="Google Shape;205;p20"/>
          <p:cNvSpPr/>
          <p:nvPr/>
        </p:nvSpPr>
        <p:spPr>
          <a:xfrm flipH="1">
            <a:off x="1350000" y="2442900"/>
            <a:ext cx="2849100" cy="2700600"/>
          </a:xfrm>
          <a:prstGeom prst="pie">
            <a:avLst>
              <a:gd fmla="val 21586474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6" name="Google Shape;206;p20"/>
          <p:cNvSpPr/>
          <p:nvPr/>
        </p:nvSpPr>
        <p:spPr>
          <a:xfrm flipH="1" rot="5400000">
            <a:off x="-6000" y="3795800"/>
            <a:ext cx="2712600" cy="2700600"/>
          </a:xfrm>
          <a:prstGeom prst="pie">
            <a:avLst>
              <a:gd fmla="val 25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7" name="Google Shape;207;p20"/>
          <p:cNvSpPr/>
          <p:nvPr/>
        </p:nvSpPr>
        <p:spPr>
          <a:xfrm flipH="1" rot="5400000">
            <a:off x="-125" y="2402250"/>
            <a:ext cx="2775600" cy="27756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08" name="Google Shape;208;p20"/>
          <p:cNvSpPr txBox="1"/>
          <p:nvPr>
            <p:ph idx="2" type="subTitle"/>
          </p:nvPr>
        </p:nvSpPr>
        <p:spPr>
          <a:xfrm>
            <a:off x="3389025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09" name="Google Shape;209;p20"/>
          <p:cNvSpPr txBox="1"/>
          <p:nvPr>
            <p:ph idx="3" type="subTitle"/>
          </p:nvPr>
        </p:nvSpPr>
        <p:spPr>
          <a:xfrm>
            <a:off x="3389025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0" name="Google Shape;210;p20"/>
          <p:cNvSpPr txBox="1"/>
          <p:nvPr>
            <p:ph idx="4" type="subTitle"/>
          </p:nvPr>
        </p:nvSpPr>
        <p:spPr>
          <a:xfrm>
            <a:off x="6335550" y="119728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1" name="Google Shape;211;p20"/>
          <p:cNvSpPr txBox="1"/>
          <p:nvPr>
            <p:ph idx="5" type="subTitle"/>
          </p:nvPr>
        </p:nvSpPr>
        <p:spPr>
          <a:xfrm>
            <a:off x="6335550" y="234121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2" name="Google Shape;212;p20"/>
          <p:cNvSpPr txBox="1"/>
          <p:nvPr>
            <p:ph idx="6" type="subTitle"/>
          </p:nvPr>
        </p:nvSpPr>
        <p:spPr>
          <a:xfrm>
            <a:off x="6335550" y="3485139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13" name="Google Shape;213;p20"/>
          <p:cNvSpPr txBox="1"/>
          <p:nvPr>
            <p:ph type="title"/>
          </p:nvPr>
        </p:nvSpPr>
        <p:spPr>
          <a:xfrm>
            <a:off x="284700" y="286200"/>
            <a:ext cx="2860800" cy="1732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14" name="Google Shape;214;p2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5" name="Google Shape;215;p2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16" name="Google Shape;216;p2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- Alt 2">
  <p:cSld name="BLANK_1_1_1_1_1_1_1_1_1_1_1_1_2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21"/>
          <p:cNvSpPr/>
          <p:nvPr/>
        </p:nvSpPr>
        <p:spPr>
          <a:xfrm rot="-5400000">
            <a:off x="-2575150" y="-150"/>
            <a:ext cx="5143800" cy="5143500"/>
          </a:xfrm>
          <a:prstGeom prst="pie">
            <a:avLst>
              <a:gd fmla="val 3746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0" name="Google Shape;220;p21"/>
          <p:cNvSpPr/>
          <p:nvPr/>
        </p:nvSpPr>
        <p:spPr>
          <a:xfrm rot="5400000">
            <a:off x="-3261" y="1"/>
            <a:ext cx="5143500" cy="51435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21" name="Google Shape;221;p21"/>
          <p:cNvSpPr txBox="1"/>
          <p:nvPr>
            <p:ph idx="1" type="subTitle"/>
          </p:nvPr>
        </p:nvSpPr>
        <p:spPr>
          <a:xfrm>
            <a:off x="3236625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2" name="Google Shape;222;p21"/>
          <p:cNvSpPr txBox="1"/>
          <p:nvPr>
            <p:ph idx="2" type="subTitle"/>
          </p:nvPr>
        </p:nvSpPr>
        <p:spPr>
          <a:xfrm>
            <a:off x="3236625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3" name="Google Shape;223;p21"/>
          <p:cNvSpPr txBox="1"/>
          <p:nvPr>
            <p:ph idx="3" type="subTitle"/>
          </p:nvPr>
        </p:nvSpPr>
        <p:spPr>
          <a:xfrm>
            <a:off x="3236625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4" name="Google Shape;224;p21"/>
          <p:cNvSpPr txBox="1"/>
          <p:nvPr>
            <p:ph idx="4" type="subTitle"/>
          </p:nvPr>
        </p:nvSpPr>
        <p:spPr>
          <a:xfrm>
            <a:off x="6183150" y="1936752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5" name="Google Shape;225;p21"/>
          <p:cNvSpPr txBox="1"/>
          <p:nvPr>
            <p:ph idx="5" type="subTitle"/>
          </p:nvPr>
        </p:nvSpPr>
        <p:spPr>
          <a:xfrm>
            <a:off x="6183150" y="2920654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6" name="Google Shape;226;p21"/>
          <p:cNvSpPr txBox="1"/>
          <p:nvPr>
            <p:ph idx="6" type="subTitle"/>
          </p:nvPr>
        </p:nvSpPr>
        <p:spPr>
          <a:xfrm>
            <a:off x="6183150" y="3912436"/>
            <a:ext cx="2331300" cy="89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Font typeface="Poppins"/>
              <a:buNone/>
              <a:defRPr b="1" sz="16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27" name="Google Shape;227;p21"/>
          <p:cNvSpPr txBox="1"/>
          <p:nvPr>
            <p:ph type="title"/>
          </p:nvPr>
        </p:nvSpPr>
        <p:spPr>
          <a:xfrm>
            <a:off x="3235425" y="474750"/>
            <a:ext cx="2860800" cy="1315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800"/>
            </a:lvl9pPr>
          </a:lstStyle>
          <a:p/>
        </p:txBody>
      </p:sp>
      <p:sp>
        <p:nvSpPr>
          <p:cNvPr id="228" name="Google Shape;228;p21"/>
          <p:cNvSpPr txBox="1"/>
          <p:nvPr>
            <p:ph idx="7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29" name="Google Shape;229;p21"/>
          <p:cNvSpPr txBox="1"/>
          <p:nvPr>
            <p:ph idx="8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0" name="Google Shape;230;p2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s">
  <p:cSld name="BLANK_1_1_1_1_1_1_1_1_1_1_1_1_2_1"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2"/>
          <p:cNvSpPr txBox="1"/>
          <p:nvPr>
            <p:ph idx="1" type="subTitle"/>
          </p:nvPr>
        </p:nvSpPr>
        <p:spPr>
          <a:xfrm>
            <a:off x="5537976" y="1421821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3" name="Google Shape;233;p22"/>
          <p:cNvSpPr txBox="1"/>
          <p:nvPr>
            <p:ph idx="2" type="subTitle"/>
          </p:nvPr>
        </p:nvSpPr>
        <p:spPr>
          <a:xfrm>
            <a:off x="5537976" y="1658233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4" name="Google Shape;234;p22"/>
          <p:cNvSpPr txBox="1"/>
          <p:nvPr>
            <p:ph idx="3" type="subTitle"/>
          </p:nvPr>
        </p:nvSpPr>
        <p:spPr>
          <a:xfrm>
            <a:off x="5537976" y="2185603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5" name="Google Shape;235;p22"/>
          <p:cNvSpPr txBox="1"/>
          <p:nvPr>
            <p:ph idx="4" type="subTitle"/>
          </p:nvPr>
        </p:nvSpPr>
        <p:spPr>
          <a:xfrm>
            <a:off x="5537976" y="2421696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6" name="Google Shape;236;p22"/>
          <p:cNvSpPr txBox="1"/>
          <p:nvPr>
            <p:ph idx="5" type="subTitle"/>
          </p:nvPr>
        </p:nvSpPr>
        <p:spPr>
          <a:xfrm>
            <a:off x="5537976" y="2954416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7" name="Google Shape;237;p22"/>
          <p:cNvSpPr txBox="1"/>
          <p:nvPr>
            <p:ph idx="6" type="subTitle"/>
          </p:nvPr>
        </p:nvSpPr>
        <p:spPr>
          <a:xfrm>
            <a:off x="5537976" y="3190509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38" name="Google Shape;238;p22"/>
          <p:cNvSpPr txBox="1"/>
          <p:nvPr>
            <p:ph idx="7" type="subTitle"/>
          </p:nvPr>
        </p:nvSpPr>
        <p:spPr>
          <a:xfrm>
            <a:off x="5537976" y="3717879"/>
            <a:ext cx="3453600" cy="3111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Poppins"/>
              <a:buNone/>
              <a:defRPr b="1" sz="15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39" name="Google Shape;239;p22"/>
          <p:cNvSpPr txBox="1"/>
          <p:nvPr>
            <p:ph idx="8" type="subTitle"/>
          </p:nvPr>
        </p:nvSpPr>
        <p:spPr>
          <a:xfrm>
            <a:off x="5537976" y="3953971"/>
            <a:ext cx="3453600" cy="3111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9pPr>
          </a:lstStyle>
          <a:p/>
        </p:txBody>
      </p:sp>
      <p:sp>
        <p:nvSpPr>
          <p:cNvPr id="240" name="Google Shape;240;p22"/>
          <p:cNvSpPr/>
          <p:nvPr/>
        </p:nvSpPr>
        <p:spPr>
          <a:xfrm rot="-5400000">
            <a:off x="-1276000" y="1266039"/>
            <a:ext cx="2537400" cy="25374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1" name="Google Shape;241;p22"/>
          <p:cNvSpPr/>
          <p:nvPr/>
        </p:nvSpPr>
        <p:spPr>
          <a:xfrm rot="-5400000">
            <a:off x="-5951" y="2536242"/>
            <a:ext cx="1267200" cy="12672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2" name="Google Shape;242;p22"/>
          <p:cNvSpPr/>
          <p:nvPr/>
        </p:nvSpPr>
        <p:spPr>
          <a:xfrm>
            <a:off x="3244" y="3803442"/>
            <a:ext cx="1340100" cy="13401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243" name="Google Shape;243;p22"/>
          <p:cNvSpPr txBox="1"/>
          <p:nvPr>
            <p:ph type="title"/>
          </p:nvPr>
        </p:nvSpPr>
        <p:spPr>
          <a:xfrm>
            <a:off x="1582800" y="1485525"/>
            <a:ext cx="29892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44" name="Google Shape;244;p22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5" name="Google Shape;245;p22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46" name="Google Shape;246;p22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7" name="Google Shape;247;p2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">
  <p:cSld name="CUSTOM_4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3"/>
          <p:cNvSpPr/>
          <p:nvPr>
            <p:ph idx="2" type="pic"/>
          </p:nvPr>
        </p:nvSpPr>
        <p:spPr>
          <a:xfrm>
            <a:off x="4162550" y="81605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0" name="Google Shape;250;p23"/>
          <p:cNvSpPr/>
          <p:nvPr>
            <p:ph idx="3" type="pic"/>
          </p:nvPr>
        </p:nvSpPr>
        <p:spPr>
          <a:xfrm>
            <a:off x="5788675" y="81605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1" name="Google Shape;251;p23"/>
          <p:cNvSpPr/>
          <p:nvPr>
            <p:ph idx="4" type="pic"/>
          </p:nvPr>
        </p:nvSpPr>
        <p:spPr>
          <a:xfrm>
            <a:off x="7414800" y="81605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2" name="Google Shape;252;p23"/>
          <p:cNvSpPr/>
          <p:nvPr>
            <p:ph idx="5" type="pic"/>
          </p:nvPr>
        </p:nvSpPr>
        <p:spPr>
          <a:xfrm>
            <a:off x="2536475" y="2897400"/>
            <a:ext cx="1444500" cy="1444500"/>
          </a:xfrm>
          <a:prstGeom prst="round2DiagRect">
            <a:avLst>
              <a:gd fmla="val 0" name="adj1"/>
              <a:gd fmla="val 0" name="adj2"/>
            </a:avLst>
          </a:prstGeom>
          <a:noFill/>
          <a:ln>
            <a:noFill/>
          </a:ln>
        </p:spPr>
      </p:sp>
      <p:sp>
        <p:nvSpPr>
          <p:cNvPr id="253" name="Google Shape;253;p23"/>
          <p:cNvSpPr/>
          <p:nvPr>
            <p:ph idx="6" type="pic"/>
          </p:nvPr>
        </p:nvSpPr>
        <p:spPr>
          <a:xfrm>
            <a:off x="4162600" y="2897400"/>
            <a:ext cx="1444500" cy="14445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54" name="Google Shape;254;p23"/>
          <p:cNvSpPr/>
          <p:nvPr>
            <p:ph idx="7" type="pic"/>
          </p:nvPr>
        </p:nvSpPr>
        <p:spPr>
          <a:xfrm>
            <a:off x="5788725" y="2897400"/>
            <a:ext cx="1444500" cy="1444500"/>
          </a:xfrm>
          <a:prstGeom prst="round1Rect">
            <a:avLst>
              <a:gd fmla="val 30895" name="adj"/>
            </a:avLst>
          </a:prstGeom>
          <a:noFill/>
          <a:ln>
            <a:noFill/>
          </a:ln>
        </p:spPr>
      </p:sp>
      <p:sp>
        <p:nvSpPr>
          <p:cNvPr id="255" name="Google Shape;255;p23"/>
          <p:cNvSpPr txBox="1"/>
          <p:nvPr>
            <p:ph idx="1" type="subTitle"/>
          </p:nvPr>
        </p:nvSpPr>
        <p:spPr>
          <a:xfrm>
            <a:off x="416275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6" name="Google Shape;256;p23"/>
          <p:cNvSpPr txBox="1"/>
          <p:nvPr>
            <p:ph idx="8" type="subTitle"/>
          </p:nvPr>
        </p:nvSpPr>
        <p:spPr>
          <a:xfrm>
            <a:off x="416275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7" name="Google Shape;257;p23"/>
          <p:cNvSpPr txBox="1"/>
          <p:nvPr>
            <p:ph idx="9" type="subTitle"/>
          </p:nvPr>
        </p:nvSpPr>
        <p:spPr>
          <a:xfrm>
            <a:off x="25366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58" name="Google Shape;258;p23"/>
          <p:cNvSpPr txBox="1"/>
          <p:nvPr>
            <p:ph idx="13" type="subTitle"/>
          </p:nvPr>
        </p:nvSpPr>
        <p:spPr>
          <a:xfrm>
            <a:off x="25366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59" name="Google Shape;259;p23"/>
          <p:cNvSpPr txBox="1"/>
          <p:nvPr>
            <p:ph idx="14" type="subTitle"/>
          </p:nvPr>
        </p:nvSpPr>
        <p:spPr>
          <a:xfrm>
            <a:off x="5788775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0" name="Google Shape;260;p23"/>
          <p:cNvSpPr txBox="1"/>
          <p:nvPr>
            <p:ph idx="15" type="subTitle"/>
          </p:nvPr>
        </p:nvSpPr>
        <p:spPr>
          <a:xfrm>
            <a:off x="5788775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1" name="Google Shape;261;p23"/>
          <p:cNvSpPr txBox="1"/>
          <p:nvPr>
            <p:ph idx="16" type="subTitle"/>
          </p:nvPr>
        </p:nvSpPr>
        <p:spPr>
          <a:xfrm>
            <a:off x="7414800" y="2178820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2" name="Google Shape;262;p23"/>
          <p:cNvSpPr txBox="1"/>
          <p:nvPr>
            <p:ph idx="17" type="subTitle"/>
          </p:nvPr>
        </p:nvSpPr>
        <p:spPr>
          <a:xfrm>
            <a:off x="7414800" y="2509808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3" name="Google Shape;263;p23"/>
          <p:cNvSpPr txBox="1"/>
          <p:nvPr>
            <p:ph idx="18" type="subTitle"/>
          </p:nvPr>
        </p:nvSpPr>
        <p:spPr>
          <a:xfrm>
            <a:off x="416267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4" name="Google Shape;264;p23"/>
          <p:cNvSpPr txBox="1"/>
          <p:nvPr>
            <p:ph idx="19" type="subTitle"/>
          </p:nvPr>
        </p:nvSpPr>
        <p:spPr>
          <a:xfrm>
            <a:off x="416267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5" name="Google Shape;265;p23"/>
          <p:cNvSpPr txBox="1"/>
          <p:nvPr>
            <p:ph idx="20" type="subTitle"/>
          </p:nvPr>
        </p:nvSpPr>
        <p:spPr>
          <a:xfrm>
            <a:off x="5788725" y="4249429"/>
            <a:ext cx="1444500" cy="300300"/>
          </a:xfrm>
          <a:prstGeom prst="rect">
            <a:avLst/>
          </a:prstGeom>
        </p:spPr>
        <p:txBody>
          <a:bodyPr anchorCtr="0" anchor="b" bIns="0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66" name="Google Shape;266;p23"/>
          <p:cNvSpPr txBox="1"/>
          <p:nvPr>
            <p:ph idx="21" type="subTitle"/>
          </p:nvPr>
        </p:nvSpPr>
        <p:spPr>
          <a:xfrm>
            <a:off x="5788725" y="4581011"/>
            <a:ext cx="1444500" cy="254700"/>
          </a:xfrm>
          <a:prstGeom prst="rect">
            <a:avLst/>
          </a:prstGeom>
        </p:spPr>
        <p:txBody>
          <a:bodyPr anchorCtr="0" anchor="t" bIns="91425" lIns="91425" spcFirstLastPara="1" rIns="91425" wrap="square" tIns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67" name="Google Shape;267;p23"/>
          <p:cNvSpPr txBox="1"/>
          <p:nvPr>
            <p:ph type="title"/>
          </p:nvPr>
        </p:nvSpPr>
        <p:spPr>
          <a:xfrm>
            <a:off x="284700" y="573428"/>
            <a:ext cx="3877800" cy="19023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9pPr>
          </a:lstStyle>
          <a:p/>
        </p:txBody>
      </p:sp>
      <p:sp>
        <p:nvSpPr>
          <p:cNvPr id="268" name="Google Shape;268;p23"/>
          <p:cNvSpPr txBox="1"/>
          <p:nvPr>
            <p:ph idx="22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69" name="Google Shape;269;p23"/>
          <p:cNvSpPr txBox="1"/>
          <p:nvPr>
            <p:ph idx="2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70" name="Google Shape;270;p23"/>
          <p:cNvSpPr txBox="1"/>
          <p:nvPr>
            <p:ph idx="2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71" name="Google Shape;271;p23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- Alt 1">
  <p:cSld name="CUSTOM_4_1"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4"/>
          <p:cNvSpPr/>
          <p:nvPr>
            <p:ph idx="2" type="pic"/>
          </p:nvPr>
        </p:nvSpPr>
        <p:spPr>
          <a:xfrm>
            <a:off x="2847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4" name="Google Shape;274;p24"/>
          <p:cNvSpPr/>
          <p:nvPr>
            <p:ph idx="3" type="pic"/>
          </p:nvPr>
        </p:nvSpPr>
        <p:spPr>
          <a:xfrm>
            <a:off x="21636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5" name="Google Shape;275;p24"/>
          <p:cNvSpPr/>
          <p:nvPr>
            <p:ph idx="4" type="pic"/>
          </p:nvPr>
        </p:nvSpPr>
        <p:spPr>
          <a:xfrm>
            <a:off x="4087000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6" name="Google Shape;276;p24"/>
          <p:cNvSpPr/>
          <p:nvPr>
            <p:ph idx="5" type="pic"/>
          </p:nvPr>
        </p:nvSpPr>
        <p:spPr>
          <a:xfrm>
            <a:off x="5960425" y="1523850"/>
            <a:ext cx="1514700" cy="1312800"/>
          </a:xfrm>
          <a:prstGeom prst="round1Rect">
            <a:avLst>
              <a:gd fmla="val 39781" name="adj"/>
            </a:avLst>
          </a:prstGeom>
          <a:noFill/>
          <a:ln>
            <a:noFill/>
          </a:ln>
        </p:spPr>
      </p:sp>
      <p:sp>
        <p:nvSpPr>
          <p:cNvPr id="277" name="Google Shape;277;p24"/>
          <p:cNvSpPr txBox="1"/>
          <p:nvPr>
            <p:ph idx="1" type="subTitle"/>
          </p:nvPr>
        </p:nvSpPr>
        <p:spPr>
          <a:xfrm>
            <a:off x="2834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8" name="Google Shape;278;p24"/>
          <p:cNvSpPr txBox="1"/>
          <p:nvPr>
            <p:ph idx="6" type="subTitle"/>
          </p:nvPr>
        </p:nvSpPr>
        <p:spPr>
          <a:xfrm>
            <a:off x="216297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79" name="Google Shape;279;p24"/>
          <p:cNvSpPr txBox="1"/>
          <p:nvPr>
            <p:ph idx="7" type="subTitle"/>
          </p:nvPr>
        </p:nvSpPr>
        <p:spPr>
          <a:xfrm>
            <a:off x="40863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0" name="Google Shape;280;p24"/>
          <p:cNvSpPr txBox="1"/>
          <p:nvPr>
            <p:ph idx="8" type="subTitle"/>
          </p:nvPr>
        </p:nvSpPr>
        <p:spPr>
          <a:xfrm>
            <a:off x="5960425" y="3165225"/>
            <a:ext cx="1514700" cy="1902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Urbanist Medium"/>
              <a:buNone/>
              <a:defRPr sz="11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1" name="Google Shape;281;p24"/>
          <p:cNvSpPr txBox="1"/>
          <p:nvPr>
            <p:ph idx="9" type="body"/>
          </p:nvPr>
        </p:nvSpPr>
        <p:spPr>
          <a:xfrm>
            <a:off x="28535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2" name="Google Shape;282;p24"/>
          <p:cNvSpPr txBox="1"/>
          <p:nvPr>
            <p:ph idx="13" type="body"/>
          </p:nvPr>
        </p:nvSpPr>
        <p:spPr>
          <a:xfrm>
            <a:off x="216297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3" name="Google Shape;283;p24"/>
          <p:cNvSpPr txBox="1"/>
          <p:nvPr>
            <p:ph idx="14" type="body"/>
          </p:nvPr>
        </p:nvSpPr>
        <p:spPr>
          <a:xfrm>
            <a:off x="4087000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4" name="Google Shape;284;p24"/>
          <p:cNvSpPr txBox="1"/>
          <p:nvPr>
            <p:ph idx="15" type="body"/>
          </p:nvPr>
        </p:nvSpPr>
        <p:spPr>
          <a:xfrm>
            <a:off x="5960425" y="3443925"/>
            <a:ext cx="1514700" cy="1413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indent="-2857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indent="-2857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indent="-2857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indent="-2857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indent="-2857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indent="-2857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●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indent="-2857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○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indent="-2857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Char char="■"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285" name="Google Shape;285;p24"/>
          <p:cNvSpPr txBox="1"/>
          <p:nvPr>
            <p:ph idx="16" type="subTitle"/>
          </p:nvPr>
        </p:nvSpPr>
        <p:spPr>
          <a:xfrm>
            <a:off x="2834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6" name="Google Shape;286;p24"/>
          <p:cNvSpPr txBox="1"/>
          <p:nvPr>
            <p:ph idx="17" type="subTitle"/>
          </p:nvPr>
        </p:nvSpPr>
        <p:spPr>
          <a:xfrm>
            <a:off x="216297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7" name="Google Shape;287;p24"/>
          <p:cNvSpPr txBox="1"/>
          <p:nvPr>
            <p:ph idx="18" type="subTitle"/>
          </p:nvPr>
        </p:nvSpPr>
        <p:spPr>
          <a:xfrm>
            <a:off x="40863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8" name="Google Shape;288;p24"/>
          <p:cNvSpPr txBox="1"/>
          <p:nvPr>
            <p:ph idx="19" type="subTitle"/>
          </p:nvPr>
        </p:nvSpPr>
        <p:spPr>
          <a:xfrm>
            <a:off x="5960425" y="2950825"/>
            <a:ext cx="1514700" cy="1902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100"/>
              <a:buFont typeface="Poppins"/>
              <a:buNone/>
              <a:defRPr b="1" sz="1100">
                <a:solidFill>
                  <a:schemeClr val="accent4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289" name="Google Shape;289;p24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290" name="Google Shape;290;p24"/>
          <p:cNvSpPr txBox="1"/>
          <p:nvPr>
            <p:ph idx="20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1" name="Google Shape;291;p24"/>
          <p:cNvSpPr txBox="1"/>
          <p:nvPr>
            <p:ph idx="21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292" name="Google Shape;292;p24"/>
          <p:cNvSpPr txBox="1"/>
          <p:nvPr>
            <p:ph idx="22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93" name="Google Shape;293;p24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">
  <p:cSld name="CUSTOM_5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25"/>
          <p:cNvSpPr/>
          <p:nvPr>
            <p:ph idx="2" type="pic"/>
          </p:nvPr>
        </p:nvSpPr>
        <p:spPr>
          <a:xfrm>
            <a:off x="4698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6" name="Google Shape;296;p25"/>
          <p:cNvSpPr/>
          <p:nvPr>
            <p:ph idx="3" type="pic"/>
          </p:nvPr>
        </p:nvSpPr>
        <p:spPr>
          <a:xfrm>
            <a:off x="8884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7" name="Google Shape;297;p25"/>
          <p:cNvSpPr/>
          <p:nvPr>
            <p:ph idx="4" type="pic"/>
          </p:nvPr>
        </p:nvSpPr>
        <p:spPr>
          <a:xfrm>
            <a:off x="130702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8" name="Google Shape;298;p25"/>
          <p:cNvSpPr/>
          <p:nvPr>
            <p:ph idx="5" type="pic"/>
          </p:nvPr>
        </p:nvSpPr>
        <p:spPr>
          <a:xfrm>
            <a:off x="4698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299" name="Google Shape;299;p25"/>
          <p:cNvSpPr/>
          <p:nvPr>
            <p:ph idx="6" type="pic"/>
          </p:nvPr>
        </p:nvSpPr>
        <p:spPr>
          <a:xfrm>
            <a:off x="8884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0" name="Google Shape;300;p25"/>
          <p:cNvSpPr/>
          <p:nvPr>
            <p:ph idx="7" type="pic"/>
          </p:nvPr>
        </p:nvSpPr>
        <p:spPr>
          <a:xfrm>
            <a:off x="130702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1" name="Google Shape;301;p25"/>
          <p:cNvSpPr/>
          <p:nvPr>
            <p:ph idx="8" type="pic"/>
          </p:nvPr>
        </p:nvSpPr>
        <p:spPr>
          <a:xfrm>
            <a:off x="333070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2" name="Google Shape;302;p25"/>
          <p:cNvSpPr/>
          <p:nvPr>
            <p:ph idx="9" type="pic"/>
          </p:nvPr>
        </p:nvSpPr>
        <p:spPr>
          <a:xfrm>
            <a:off x="3749275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3" name="Google Shape;303;p25"/>
          <p:cNvSpPr/>
          <p:nvPr>
            <p:ph idx="13" type="pic"/>
          </p:nvPr>
        </p:nvSpPr>
        <p:spPr>
          <a:xfrm>
            <a:off x="4167850" y="199507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4" name="Google Shape;304;p25"/>
          <p:cNvSpPr/>
          <p:nvPr>
            <p:ph idx="14" type="pic"/>
          </p:nvPr>
        </p:nvSpPr>
        <p:spPr>
          <a:xfrm>
            <a:off x="333070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5" name="Google Shape;305;p25"/>
          <p:cNvSpPr/>
          <p:nvPr>
            <p:ph idx="15" type="pic"/>
          </p:nvPr>
        </p:nvSpPr>
        <p:spPr>
          <a:xfrm>
            <a:off x="3749275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6" name="Google Shape;306;p25"/>
          <p:cNvSpPr/>
          <p:nvPr>
            <p:ph idx="16" type="pic"/>
          </p:nvPr>
        </p:nvSpPr>
        <p:spPr>
          <a:xfrm>
            <a:off x="4167850" y="241365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7" name="Google Shape;307;p25"/>
          <p:cNvSpPr/>
          <p:nvPr>
            <p:ph idx="17" type="pic"/>
          </p:nvPr>
        </p:nvSpPr>
        <p:spPr>
          <a:xfrm>
            <a:off x="4698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8" name="Google Shape;308;p25"/>
          <p:cNvSpPr/>
          <p:nvPr>
            <p:ph idx="18" type="pic"/>
          </p:nvPr>
        </p:nvSpPr>
        <p:spPr>
          <a:xfrm>
            <a:off x="8884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09" name="Google Shape;309;p25"/>
          <p:cNvSpPr/>
          <p:nvPr>
            <p:ph idx="19" type="pic"/>
          </p:nvPr>
        </p:nvSpPr>
        <p:spPr>
          <a:xfrm>
            <a:off x="130702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0" name="Google Shape;310;p25"/>
          <p:cNvSpPr/>
          <p:nvPr>
            <p:ph idx="20" type="pic"/>
          </p:nvPr>
        </p:nvSpPr>
        <p:spPr>
          <a:xfrm>
            <a:off x="4698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1" name="Google Shape;311;p25"/>
          <p:cNvSpPr/>
          <p:nvPr>
            <p:ph idx="21" type="pic"/>
          </p:nvPr>
        </p:nvSpPr>
        <p:spPr>
          <a:xfrm>
            <a:off x="8884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2" name="Google Shape;312;p25"/>
          <p:cNvSpPr/>
          <p:nvPr>
            <p:ph idx="22" type="pic"/>
          </p:nvPr>
        </p:nvSpPr>
        <p:spPr>
          <a:xfrm>
            <a:off x="130702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3" name="Google Shape;313;p25"/>
          <p:cNvSpPr/>
          <p:nvPr>
            <p:ph idx="23" type="pic"/>
          </p:nvPr>
        </p:nvSpPr>
        <p:spPr>
          <a:xfrm>
            <a:off x="333070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4" name="Google Shape;314;p25"/>
          <p:cNvSpPr/>
          <p:nvPr>
            <p:ph idx="24" type="pic"/>
          </p:nvPr>
        </p:nvSpPr>
        <p:spPr>
          <a:xfrm>
            <a:off x="3749275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5" name="Google Shape;315;p25"/>
          <p:cNvSpPr/>
          <p:nvPr>
            <p:ph idx="25" type="pic"/>
          </p:nvPr>
        </p:nvSpPr>
        <p:spPr>
          <a:xfrm>
            <a:off x="4167850" y="3832025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6" name="Google Shape;316;p25"/>
          <p:cNvSpPr/>
          <p:nvPr>
            <p:ph idx="26" type="pic"/>
          </p:nvPr>
        </p:nvSpPr>
        <p:spPr>
          <a:xfrm>
            <a:off x="333070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7" name="Google Shape;317;p25"/>
          <p:cNvSpPr/>
          <p:nvPr>
            <p:ph idx="27" type="pic"/>
          </p:nvPr>
        </p:nvSpPr>
        <p:spPr>
          <a:xfrm>
            <a:off x="3749275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8" name="Google Shape;318;p25"/>
          <p:cNvSpPr/>
          <p:nvPr>
            <p:ph idx="28" type="pic"/>
          </p:nvPr>
        </p:nvSpPr>
        <p:spPr>
          <a:xfrm>
            <a:off x="4167850" y="4250600"/>
            <a:ext cx="418800" cy="4188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19" name="Google Shape;319;p25"/>
          <p:cNvSpPr txBox="1"/>
          <p:nvPr>
            <p:ph type="title"/>
          </p:nvPr>
        </p:nvSpPr>
        <p:spPr>
          <a:xfrm>
            <a:off x="469875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0" name="Google Shape;320;p25"/>
          <p:cNvSpPr txBox="1"/>
          <p:nvPr>
            <p:ph idx="29" type="title"/>
          </p:nvPr>
        </p:nvSpPr>
        <p:spPr>
          <a:xfrm>
            <a:off x="469875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Font typeface="Poppins"/>
              <a:buNone/>
              <a:defRPr b="1" sz="18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Font typeface="Poppins"/>
              <a:buNone/>
              <a:defRPr b="1" sz="24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1" name="Google Shape;321;p25"/>
          <p:cNvSpPr txBox="1"/>
          <p:nvPr>
            <p:ph idx="30" type="title"/>
          </p:nvPr>
        </p:nvSpPr>
        <p:spPr>
          <a:xfrm>
            <a:off x="3330700" y="3406431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2" name="Google Shape;322;p25"/>
          <p:cNvSpPr txBox="1"/>
          <p:nvPr>
            <p:ph idx="31" type="title"/>
          </p:nvPr>
        </p:nvSpPr>
        <p:spPr>
          <a:xfrm>
            <a:off x="3330700" y="1570725"/>
            <a:ext cx="2229000" cy="293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Poppins"/>
              <a:buNone/>
              <a:defRPr b="1" sz="18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oppins"/>
              <a:buNone/>
              <a:defRPr b="1" sz="2400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23" name="Google Shape;323;p25"/>
          <p:cNvSpPr txBox="1"/>
          <p:nvPr>
            <p:ph idx="32"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9pPr>
          </a:lstStyle>
          <a:p/>
        </p:txBody>
      </p:sp>
      <p:sp>
        <p:nvSpPr>
          <p:cNvPr id="324" name="Google Shape;324;p25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5" name="Google Shape;325;p25"/>
          <p:cNvSpPr txBox="1"/>
          <p:nvPr>
            <p:ph idx="3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26" name="Google Shape;326;p25"/>
          <p:cNvSpPr txBox="1"/>
          <p:nvPr>
            <p:ph idx="3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27" name="Google Shape;327;p25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1">
  <p:cSld name="CUSTOM_6">
    <p:spTree>
      <p:nvGrpSpPr>
        <p:cNvPr id="328" name="Shape 3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9" name="Google Shape;32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0" name="Google Shape;330;p26"/>
          <p:cNvSpPr/>
          <p:nvPr>
            <p:ph idx="2" type="pic"/>
          </p:nvPr>
        </p:nvSpPr>
        <p:spPr>
          <a:xfrm>
            <a:off x="170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1" name="Google Shape;331;p26"/>
          <p:cNvSpPr txBox="1"/>
          <p:nvPr>
            <p:ph idx="1" type="subTitle"/>
          </p:nvPr>
        </p:nvSpPr>
        <p:spPr>
          <a:xfrm>
            <a:off x="42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2" name="Google Shape;332;p26"/>
          <p:cNvSpPr txBox="1"/>
          <p:nvPr>
            <p:ph idx="3" type="subTitle"/>
          </p:nvPr>
        </p:nvSpPr>
        <p:spPr>
          <a:xfrm>
            <a:off x="42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3" name="Google Shape;33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4" name="Google Shape;334;p26"/>
          <p:cNvSpPr/>
          <p:nvPr>
            <p:ph idx="4" type="pic"/>
          </p:nvPr>
        </p:nvSpPr>
        <p:spPr>
          <a:xfrm>
            <a:off x="4206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5" name="Google Shape;335;p26"/>
          <p:cNvSpPr txBox="1"/>
          <p:nvPr>
            <p:ph idx="5" type="subTitle"/>
          </p:nvPr>
        </p:nvSpPr>
        <p:spPr>
          <a:xfrm>
            <a:off x="2930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36" name="Google Shape;336;p26"/>
          <p:cNvSpPr txBox="1"/>
          <p:nvPr>
            <p:ph idx="6" type="subTitle"/>
          </p:nvPr>
        </p:nvSpPr>
        <p:spPr>
          <a:xfrm>
            <a:off x="2930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37" name="Google Shape;33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16414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38" name="Google Shape;338;p26"/>
          <p:cNvSpPr/>
          <p:nvPr>
            <p:ph idx="7" type="pic"/>
          </p:nvPr>
        </p:nvSpPr>
        <p:spPr>
          <a:xfrm>
            <a:off x="6711300" y="16415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39" name="Google Shape;339;p26"/>
          <p:cNvSpPr txBox="1"/>
          <p:nvPr>
            <p:ph idx="8" type="subTitle"/>
          </p:nvPr>
        </p:nvSpPr>
        <p:spPr>
          <a:xfrm>
            <a:off x="5435050" y="17138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0" name="Google Shape;340;p26"/>
          <p:cNvSpPr txBox="1"/>
          <p:nvPr>
            <p:ph idx="9" type="subTitle"/>
          </p:nvPr>
        </p:nvSpPr>
        <p:spPr>
          <a:xfrm>
            <a:off x="5435050" y="20281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1" name="Google Shape;34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2" name="Google Shape;342;p26"/>
          <p:cNvSpPr/>
          <p:nvPr>
            <p:ph idx="13" type="pic"/>
          </p:nvPr>
        </p:nvSpPr>
        <p:spPr>
          <a:xfrm>
            <a:off x="170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3" name="Google Shape;343;p26"/>
          <p:cNvSpPr txBox="1"/>
          <p:nvPr>
            <p:ph idx="14" type="subTitle"/>
          </p:nvPr>
        </p:nvSpPr>
        <p:spPr>
          <a:xfrm>
            <a:off x="42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4" name="Google Shape;344;p26"/>
          <p:cNvSpPr txBox="1"/>
          <p:nvPr>
            <p:ph idx="15" type="subTitle"/>
          </p:nvPr>
        </p:nvSpPr>
        <p:spPr>
          <a:xfrm>
            <a:off x="42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5" name="Google Shape;345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06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46" name="Google Shape;346;p26"/>
          <p:cNvSpPr/>
          <p:nvPr>
            <p:ph idx="16" type="pic"/>
          </p:nvPr>
        </p:nvSpPr>
        <p:spPr>
          <a:xfrm>
            <a:off x="4206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47" name="Google Shape;347;p26"/>
          <p:cNvSpPr txBox="1"/>
          <p:nvPr>
            <p:ph idx="17" type="subTitle"/>
          </p:nvPr>
        </p:nvSpPr>
        <p:spPr>
          <a:xfrm>
            <a:off x="2930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48" name="Google Shape;348;p26"/>
          <p:cNvSpPr txBox="1"/>
          <p:nvPr>
            <p:ph idx="18" type="subTitle"/>
          </p:nvPr>
        </p:nvSpPr>
        <p:spPr>
          <a:xfrm>
            <a:off x="2930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49" name="Google Shape;349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1300" y="27493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0" name="Google Shape;350;p26"/>
          <p:cNvSpPr/>
          <p:nvPr>
            <p:ph idx="19" type="pic"/>
          </p:nvPr>
        </p:nvSpPr>
        <p:spPr>
          <a:xfrm>
            <a:off x="6711300" y="27494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1" name="Google Shape;351;p26"/>
          <p:cNvSpPr txBox="1"/>
          <p:nvPr>
            <p:ph idx="20" type="subTitle"/>
          </p:nvPr>
        </p:nvSpPr>
        <p:spPr>
          <a:xfrm>
            <a:off x="5435050" y="28217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2" name="Google Shape;352;p26"/>
          <p:cNvSpPr txBox="1"/>
          <p:nvPr>
            <p:ph idx="21" type="subTitle"/>
          </p:nvPr>
        </p:nvSpPr>
        <p:spPr>
          <a:xfrm>
            <a:off x="5435050" y="31360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3" name="Google Shape;353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1701300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4" name="Google Shape;354;p26"/>
          <p:cNvSpPr/>
          <p:nvPr>
            <p:ph idx="22" type="pic"/>
          </p:nvPr>
        </p:nvSpPr>
        <p:spPr>
          <a:xfrm>
            <a:off x="1701300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5" name="Google Shape;355;p26"/>
          <p:cNvSpPr txBox="1"/>
          <p:nvPr>
            <p:ph idx="23" type="subTitle"/>
          </p:nvPr>
        </p:nvSpPr>
        <p:spPr>
          <a:xfrm>
            <a:off x="425050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56" name="Google Shape;356;p26"/>
          <p:cNvSpPr txBox="1"/>
          <p:nvPr>
            <p:ph idx="24" type="subTitle"/>
          </p:nvPr>
        </p:nvSpPr>
        <p:spPr>
          <a:xfrm>
            <a:off x="425050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57" name="Google Shape;357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4214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58" name="Google Shape;358;p26"/>
          <p:cNvSpPr/>
          <p:nvPr>
            <p:ph idx="25" type="pic"/>
          </p:nvPr>
        </p:nvSpPr>
        <p:spPr>
          <a:xfrm>
            <a:off x="4214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59" name="Google Shape;359;p26"/>
          <p:cNvSpPr txBox="1"/>
          <p:nvPr>
            <p:ph idx="26" type="subTitle"/>
          </p:nvPr>
        </p:nvSpPr>
        <p:spPr>
          <a:xfrm>
            <a:off x="2937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0" name="Google Shape;360;p26"/>
          <p:cNvSpPr txBox="1"/>
          <p:nvPr>
            <p:ph idx="27" type="subTitle"/>
          </p:nvPr>
        </p:nvSpPr>
        <p:spPr>
          <a:xfrm>
            <a:off x="2937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pic>
        <p:nvPicPr>
          <p:cNvPr id="361" name="Google Shape;361;p26"/>
          <p:cNvPicPr preferRelativeResize="0"/>
          <p:nvPr/>
        </p:nvPicPr>
        <p:blipFill rotWithShape="1">
          <a:blip r:embed="rId2">
            <a:alphaModFix/>
          </a:blip>
          <a:srcRect b="39660" l="32510" r="27293" t="0"/>
          <a:stretch/>
        </p:blipFill>
        <p:spPr>
          <a:xfrm>
            <a:off x="6719044" y="3857228"/>
            <a:ext cx="653100" cy="653400"/>
          </a:xfrm>
          <a:prstGeom prst="ellipse">
            <a:avLst/>
          </a:prstGeom>
          <a:noFill/>
          <a:ln>
            <a:noFill/>
          </a:ln>
        </p:spPr>
      </p:pic>
      <p:sp>
        <p:nvSpPr>
          <p:cNvPr id="362" name="Google Shape;362;p26"/>
          <p:cNvSpPr/>
          <p:nvPr>
            <p:ph idx="28" type="pic"/>
          </p:nvPr>
        </p:nvSpPr>
        <p:spPr>
          <a:xfrm>
            <a:off x="6719044" y="3857375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63" name="Google Shape;363;p26"/>
          <p:cNvSpPr txBox="1"/>
          <p:nvPr>
            <p:ph idx="29" type="subTitle"/>
          </p:nvPr>
        </p:nvSpPr>
        <p:spPr>
          <a:xfrm>
            <a:off x="5442794" y="3929678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64" name="Google Shape;364;p26"/>
          <p:cNvSpPr txBox="1"/>
          <p:nvPr>
            <p:ph idx="30" type="subTitle"/>
          </p:nvPr>
        </p:nvSpPr>
        <p:spPr>
          <a:xfrm>
            <a:off x="5442794" y="4243955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65" name="Google Shape;365;p26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6" name="Google Shape;366;p26"/>
          <p:cNvSpPr txBox="1"/>
          <p:nvPr>
            <p:ph idx="3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7" name="Google Shape;367;p26"/>
          <p:cNvSpPr txBox="1"/>
          <p:nvPr>
            <p:ph idx="3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368" name="Google Shape;368;p26"/>
          <p:cNvSpPr txBox="1"/>
          <p:nvPr>
            <p:ph idx="3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369" name="Google Shape;369;p26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cards - Alt 2">
  <p:cSld name="CUSTOM_6_1"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"/>
          <p:cNvSpPr txBox="1"/>
          <p:nvPr>
            <p:ph idx="1" type="subTitle"/>
          </p:nvPr>
        </p:nvSpPr>
        <p:spPr>
          <a:xfrm>
            <a:off x="284700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2" name="Google Shape;372;p27"/>
          <p:cNvSpPr txBox="1"/>
          <p:nvPr>
            <p:ph idx="2" type="subTitle"/>
          </p:nvPr>
        </p:nvSpPr>
        <p:spPr>
          <a:xfrm>
            <a:off x="3375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3" name="Google Shape;373;p27"/>
          <p:cNvSpPr txBox="1"/>
          <p:nvPr>
            <p:ph idx="3" type="subTitle"/>
          </p:nvPr>
        </p:nvSpPr>
        <p:spPr>
          <a:xfrm>
            <a:off x="6350375" y="1013951"/>
            <a:ext cx="2508900" cy="288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4" name="Google Shape;374;p27"/>
          <p:cNvSpPr/>
          <p:nvPr>
            <p:ph idx="4" type="pic"/>
          </p:nvPr>
        </p:nvSpPr>
        <p:spPr>
          <a:xfrm>
            <a:off x="1811447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5" name="Google Shape;375;p27"/>
          <p:cNvSpPr txBox="1"/>
          <p:nvPr>
            <p:ph idx="5" type="subTitle"/>
          </p:nvPr>
        </p:nvSpPr>
        <p:spPr>
          <a:xfrm>
            <a:off x="535197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6" name="Google Shape;376;p27"/>
          <p:cNvSpPr txBox="1"/>
          <p:nvPr>
            <p:ph idx="6" type="subTitle"/>
          </p:nvPr>
        </p:nvSpPr>
        <p:spPr>
          <a:xfrm>
            <a:off x="535197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77" name="Google Shape;377;p27"/>
          <p:cNvSpPr/>
          <p:nvPr>
            <p:ph idx="7" type="pic"/>
          </p:nvPr>
        </p:nvSpPr>
        <p:spPr>
          <a:xfrm>
            <a:off x="1811447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78" name="Google Shape;378;p27"/>
          <p:cNvSpPr txBox="1"/>
          <p:nvPr>
            <p:ph idx="8" type="subTitle"/>
          </p:nvPr>
        </p:nvSpPr>
        <p:spPr>
          <a:xfrm>
            <a:off x="535197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79" name="Google Shape;379;p27"/>
          <p:cNvSpPr txBox="1"/>
          <p:nvPr>
            <p:ph idx="9" type="subTitle"/>
          </p:nvPr>
        </p:nvSpPr>
        <p:spPr>
          <a:xfrm>
            <a:off x="535197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0" name="Google Shape;380;p27"/>
          <p:cNvSpPr/>
          <p:nvPr>
            <p:ph idx="13" type="pic"/>
          </p:nvPr>
        </p:nvSpPr>
        <p:spPr>
          <a:xfrm>
            <a:off x="1811447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1" name="Google Shape;381;p27"/>
          <p:cNvSpPr txBox="1"/>
          <p:nvPr>
            <p:ph idx="14" type="subTitle"/>
          </p:nvPr>
        </p:nvSpPr>
        <p:spPr>
          <a:xfrm>
            <a:off x="535197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2" name="Google Shape;382;p27"/>
          <p:cNvSpPr txBox="1"/>
          <p:nvPr>
            <p:ph idx="15" type="subTitle"/>
          </p:nvPr>
        </p:nvSpPr>
        <p:spPr>
          <a:xfrm>
            <a:off x="535197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3" name="Google Shape;383;p27"/>
          <p:cNvSpPr/>
          <p:nvPr>
            <p:ph idx="16" type="pic"/>
          </p:nvPr>
        </p:nvSpPr>
        <p:spPr>
          <a:xfrm>
            <a:off x="4913135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4" name="Google Shape;384;p27"/>
          <p:cNvSpPr txBox="1"/>
          <p:nvPr>
            <p:ph idx="17" type="subTitle"/>
          </p:nvPr>
        </p:nvSpPr>
        <p:spPr>
          <a:xfrm>
            <a:off x="3636885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5" name="Google Shape;385;p27"/>
          <p:cNvSpPr txBox="1"/>
          <p:nvPr>
            <p:ph idx="18" type="subTitle"/>
          </p:nvPr>
        </p:nvSpPr>
        <p:spPr>
          <a:xfrm>
            <a:off x="3636885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6" name="Google Shape;386;p27"/>
          <p:cNvSpPr/>
          <p:nvPr>
            <p:ph idx="19" type="pic"/>
          </p:nvPr>
        </p:nvSpPr>
        <p:spPr>
          <a:xfrm>
            <a:off x="4913135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87" name="Google Shape;387;p27"/>
          <p:cNvSpPr txBox="1"/>
          <p:nvPr>
            <p:ph idx="20" type="subTitle"/>
          </p:nvPr>
        </p:nvSpPr>
        <p:spPr>
          <a:xfrm>
            <a:off x="3636885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88" name="Google Shape;388;p27"/>
          <p:cNvSpPr txBox="1"/>
          <p:nvPr>
            <p:ph idx="21" type="subTitle"/>
          </p:nvPr>
        </p:nvSpPr>
        <p:spPr>
          <a:xfrm>
            <a:off x="3636885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89" name="Google Shape;389;p27"/>
          <p:cNvSpPr/>
          <p:nvPr>
            <p:ph idx="22" type="pic"/>
          </p:nvPr>
        </p:nvSpPr>
        <p:spPr>
          <a:xfrm>
            <a:off x="4913135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0" name="Google Shape;390;p27"/>
          <p:cNvSpPr txBox="1"/>
          <p:nvPr>
            <p:ph idx="23" type="subTitle"/>
          </p:nvPr>
        </p:nvSpPr>
        <p:spPr>
          <a:xfrm>
            <a:off x="3636885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Poppins"/>
              <a:buNone/>
              <a:defRPr b="1">
                <a:solidFill>
                  <a:schemeClr val="dk1"/>
                </a:solidFill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1" name="Google Shape;391;p27"/>
          <p:cNvSpPr txBox="1"/>
          <p:nvPr>
            <p:ph idx="24" type="subTitle"/>
          </p:nvPr>
        </p:nvSpPr>
        <p:spPr>
          <a:xfrm>
            <a:off x="3636885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Urbanist Medium"/>
              <a:buNone/>
              <a:defRPr sz="900">
                <a:solidFill>
                  <a:schemeClr val="dk1"/>
                </a:solidFill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2" name="Google Shape;392;p27"/>
          <p:cNvSpPr/>
          <p:nvPr>
            <p:ph idx="25" type="pic"/>
          </p:nvPr>
        </p:nvSpPr>
        <p:spPr>
          <a:xfrm>
            <a:off x="7877122" y="16874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3" name="Google Shape;393;p27"/>
          <p:cNvSpPr txBox="1"/>
          <p:nvPr>
            <p:ph idx="26" type="subTitle"/>
          </p:nvPr>
        </p:nvSpPr>
        <p:spPr>
          <a:xfrm>
            <a:off x="6600872" y="17598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4" name="Google Shape;394;p27"/>
          <p:cNvSpPr txBox="1"/>
          <p:nvPr>
            <p:ph idx="27" type="subTitle"/>
          </p:nvPr>
        </p:nvSpPr>
        <p:spPr>
          <a:xfrm>
            <a:off x="6600872" y="20740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5" name="Google Shape;395;p27"/>
          <p:cNvSpPr/>
          <p:nvPr>
            <p:ph idx="28" type="pic"/>
          </p:nvPr>
        </p:nvSpPr>
        <p:spPr>
          <a:xfrm>
            <a:off x="7877122" y="27096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6" name="Google Shape;396;p27"/>
          <p:cNvSpPr txBox="1"/>
          <p:nvPr>
            <p:ph idx="29" type="subTitle"/>
          </p:nvPr>
        </p:nvSpPr>
        <p:spPr>
          <a:xfrm>
            <a:off x="6600872" y="27820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397" name="Google Shape;397;p27"/>
          <p:cNvSpPr txBox="1"/>
          <p:nvPr>
            <p:ph idx="30" type="subTitle"/>
          </p:nvPr>
        </p:nvSpPr>
        <p:spPr>
          <a:xfrm>
            <a:off x="6600872" y="30962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398" name="Google Shape;398;p27"/>
          <p:cNvSpPr/>
          <p:nvPr>
            <p:ph idx="31" type="pic"/>
          </p:nvPr>
        </p:nvSpPr>
        <p:spPr>
          <a:xfrm>
            <a:off x="7877122" y="3731897"/>
            <a:ext cx="653100" cy="653100"/>
          </a:xfrm>
          <a:prstGeom prst="ellipse">
            <a:avLst/>
          </a:prstGeom>
          <a:noFill/>
          <a:ln>
            <a:noFill/>
          </a:ln>
        </p:spPr>
      </p:sp>
      <p:sp>
        <p:nvSpPr>
          <p:cNvPr id="399" name="Google Shape;399;p27"/>
          <p:cNvSpPr txBox="1"/>
          <p:nvPr>
            <p:ph idx="32" type="subTitle"/>
          </p:nvPr>
        </p:nvSpPr>
        <p:spPr>
          <a:xfrm>
            <a:off x="6600872" y="3804201"/>
            <a:ext cx="1514700" cy="28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200"/>
              <a:buFont typeface="Poppins"/>
              <a:buNone/>
              <a:defRPr b="1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00" name="Google Shape;400;p27"/>
          <p:cNvSpPr txBox="1"/>
          <p:nvPr>
            <p:ph idx="33" type="subTitle"/>
          </p:nvPr>
        </p:nvSpPr>
        <p:spPr>
          <a:xfrm>
            <a:off x="6600872" y="4118478"/>
            <a:ext cx="1230000" cy="369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900"/>
              <a:buFont typeface="Urbanist Medium"/>
              <a:buNone/>
              <a:defRPr sz="9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01" name="Google Shape;401;p27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2" name="Google Shape;402;p27"/>
          <p:cNvSpPr txBox="1"/>
          <p:nvPr>
            <p:ph idx="34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3" name="Google Shape;403;p27"/>
          <p:cNvSpPr txBox="1"/>
          <p:nvPr>
            <p:ph idx="35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4" name="Google Shape;404;p27"/>
          <p:cNvSpPr txBox="1"/>
          <p:nvPr>
            <p:ph idx="36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05" name="Google Shape;405;p27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mall title only">
  <p:cSld name="TITLE_1_1_4_2"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28"/>
          <p:cNvSpPr txBox="1"/>
          <p:nvPr>
            <p:ph type="title"/>
          </p:nvPr>
        </p:nvSpPr>
        <p:spPr>
          <a:xfrm>
            <a:off x="283475" y="300013"/>
            <a:ext cx="4382400" cy="4338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/>
        </p:txBody>
      </p:sp>
      <p:sp>
        <p:nvSpPr>
          <p:cNvPr id="408" name="Google Shape;408;p28"/>
          <p:cNvSpPr txBox="1"/>
          <p:nvPr>
            <p:ph idx="1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09" name="Google Shape;409;p28"/>
          <p:cNvSpPr txBox="1"/>
          <p:nvPr>
            <p:ph idx="2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10" name="Google Shape;410;p28"/>
          <p:cNvSpPr txBox="1"/>
          <p:nvPr>
            <p:ph idx="3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11" name="Google Shape;411;p28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objectives">
  <p:cSld name="TITLE_1_1_4_1"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29"/>
          <p:cNvSpPr txBox="1"/>
          <p:nvPr>
            <p:ph idx="1" type="subTitle"/>
          </p:nvPr>
        </p:nvSpPr>
        <p:spPr>
          <a:xfrm>
            <a:off x="284700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4" name="Google Shape;414;p29"/>
          <p:cNvSpPr txBox="1"/>
          <p:nvPr>
            <p:ph idx="2" type="subTitle"/>
          </p:nvPr>
        </p:nvSpPr>
        <p:spPr>
          <a:xfrm>
            <a:off x="284700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5" name="Google Shape;415;p29"/>
          <p:cNvSpPr txBox="1"/>
          <p:nvPr>
            <p:ph idx="3" type="subTitle"/>
          </p:nvPr>
        </p:nvSpPr>
        <p:spPr>
          <a:xfrm>
            <a:off x="2709924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6" name="Google Shape;416;p29"/>
          <p:cNvSpPr txBox="1"/>
          <p:nvPr>
            <p:ph idx="4" type="subTitle"/>
          </p:nvPr>
        </p:nvSpPr>
        <p:spPr>
          <a:xfrm>
            <a:off x="2709924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7" name="Google Shape;417;p29"/>
          <p:cNvSpPr txBox="1"/>
          <p:nvPr>
            <p:ph idx="5" type="subTitle"/>
          </p:nvPr>
        </p:nvSpPr>
        <p:spPr>
          <a:xfrm>
            <a:off x="5135149" y="3016803"/>
            <a:ext cx="1970400" cy="4668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18" name="Google Shape;418;p29"/>
          <p:cNvSpPr txBox="1"/>
          <p:nvPr>
            <p:ph idx="6" type="subTitle"/>
          </p:nvPr>
        </p:nvSpPr>
        <p:spPr>
          <a:xfrm>
            <a:off x="5135149" y="3432410"/>
            <a:ext cx="1970400" cy="1219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19" name="Google Shape;419;p29"/>
          <p:cNvSpPr txBox="1"/>
          <p:nvPr>
            <p:ph type="title"/>
          </p:nvPr>
        </p:nvSpPr>
        <p:spPr>
          <a:xfrm>
            <a:off x="283475" y="43373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sz="24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20" name="Google Shape;420;p29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1" name="Google Shape;421;p29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22" name="Google Shape;422;p29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23" name="Google Shape;423;p29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ey learnings">
  <p:cSld name="CUSTOM">
    <p:spTree>
      <p:nvGrpSpPr>
        <p:cNvPr id="424" name="Shape 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5" name="Google Shape;425;p30"/>
          <p:cNvSpPr/>
          <p:nvPr/>
        </p:nvSpPr>
        <p:spPr>
          <a:xfrm flipH="1" rot="5400000">
            <a:off x="5052850" y="1254650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6" name="Google Shape;426;p30"/>
          <p:cNvSpPr/>
          <p:nvPr/>
        </p:nvSpPr>
        <p:spPr>
          <a:xfrm flipH="1">
            <a:off x="25" y="2692075"/>
            <a:ext cx="1709400" cy="16257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7" name="Google Shape;427;p30"/>
          <p:cNvSpPr/>
          <p:nvPr/>
        </p:nvSpPr>
        <p:spPr>
          <a:xfrm flipH="1" rot="5400000">
            <a:off x="851875" y="3504787"/>
            <a:ext cx="1625700" cy="1620300"/>
          </a:xfrm>
          <a:prstGeom prst="pie">
            <a:avLst>
              <a:gd fmla="val 0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8" name="Google Shape;428;p30"/>
          <p:cNvSpPr/>
          <p:nvPr/>
        </p:nvSpPr>
        <p:spPr>
          <a:xfrm flipH="1" rot="-5400000">
            <a:off x="-125" y="3483026"/>
            <a:ext cx="1665300" cy="16653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29" name="Google Shape;429;p30"/>
          <p:cNvSpPr/>
          <p:nvPr/>
        </p:nvSpPr>
        <p:spPr>
          <a:xfrm flipH="1" rot="5400000">
            <a:off x="5052850" y="2554039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0" name="Google Shape;430;p30"/>
          <p:cNvSpPr/>
          <p:nvPr/>
        </p:nvSpPr>
        <p:spPr>
          <a:xfrm flipH="1" rot="5400000">
            <a:off x="5052850" y="3858733"/>
            <a:ext cx="291900" cy="2919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31" name="Google Shape;431;p30"/>
          <p:cNvSpPr txBox="1"/>
          <p:nvPr>
            <p:ph type="title"/>
          </p:nvPr>
        </p:nvSpPr>
        <p:spPr>
          <a:xfrm>
            <a:off x="283475" y="1790498"/>
            <a:ext cx="3162600" cy="9051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None/>
              <a:defRPr sz="2800"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432" name="Google Shape;432;p30"/>
          <p:cNvSpPr txBox="1"/>
          <p:nvPr>
            <p:ph idx="1" type="subTitle"/>
          </p:nvPr>
        </p:nvSpPr>
        <p:spPr>
          <a:xfrm>
            <a:off x="5052850" y="703626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3" name="Google Shape;433;p30"/>
          <p:cNvSpPr txBox="1"/>
          <p:nvPr>
            <p:ph idx="2" type="subTitle"/>
          </p:nvPr>
        </p:nvSpPr>
        <p:spPr>
          <a:xfrm>
            <a:off x="5052850" y="1447600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4" name="Google Shape;434;p30"/>
          <p:cNvSpPr txBox="1"/>
          <p:nvPr>
            <p:ph idx="3" type="subTitle"/>
          </p:nvPr>
        </p:nvSpPr>
        <p:spPr>
          <a:xfrm>
            <a:off x="5052850" y="2006687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5" name="Google Shape;435;p30"/>
          <p:cNvSpPr txBox="1"/>
          <p:nvPr>
            <p:ph idx="4" type="subTitle"/>
          </p:nvPr>
        </p:nvSpPr>
        <p:spPr>
          <a:xfrm>
            <a:off x="5052850" y="2750664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6" name="Google Shape;436;p30"/>
          <p:cNvSpPr txBox="1"/>
          <p:nvPr>
            <p:ph idx="5" type="subTitle"/>
          </p:nvPr>
        </p:nvSpPr>
        <p:spPr>
          <a:xfrm>
            <a:off x="5052850" y="3310695"/>
            <a:ext cx="1970400" cy="466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Font typeface="Poppins"/>
              <a:buNone/>
              <a:defRPr b="1" sz="11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37" name="Google Shape;437;p30"/>
          <p:cNvSpPr txBox="1"/>
          <p:nvPr>
            <p:ph idx="6" type="subTitle"/>
          </p:nvPr>
        </p:nvSpPr>
        <p:spPr>
          <a:xfrm>
            <a:off x="5052850" y="4054675"/>
            <a:ext cx="2403600" cy="547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Urbanist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000"/>
              <a:buFont typeface="Urbanist Medium"/>
              <a:buNone/>
              <a:defRPr sz="1000"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38" name="Google Shape;438;p30"/>
          <p:cNvSpPr txBox="1"/>
          <p:nvPr>
            <p:ph idx="7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39" name="Google Shape;439;p30"/>
          <p:cNvSpPr txBox="1"/>
          <p:nvPr>
            <p:ph idx="8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40" name="Google Shape;440;p30"/>
          <p:cNvSpPr txBox="1"/>
          <p:nvPr>
            <p:ph idx="9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41" name="Google Shape;441;p30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2"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p31"/>
          <p:cNvSpPr txBox="1"/>
          <p:nvPr>
            <p:ph type="title"/>
          </p:nvPr>
        </p:nvSpPr>
        <p:spPr>
          <a:xfrm>
            <a:off x="4665825" y="1253625"/>
            <a:ext cx="4193400" cy="3069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44" name="Google Shape;444;p31"/>
          <p:cNvSpPr txBox="1"/>
          <p:nvPr>
            <p:ph idx="1" type="body"/>
          </p:nvPr>
        </p:nvSpPr>
        <p:spPr>
          <a:xfrm>
            <a:off x="2534564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5" name="Google Shape;445;p31"/>
          <p:cNvSpPr txBox="1"/>
          <p:nvPr>
            <p:ph idx="2" type="body"/>
          </p:nvPr>
        </p:nvSpPr>
        <p:spPr>
          <a:xfrm>
            <a:off x="283925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6" name="Google Shape;446;p31"/>
          <p:cNvSpPr txBox="1"/>
          <p:nvPr>
            <p:ph idx="3" type="body"/>
          </p:nvPr>
        </p:nvSpPr>
        <p:spPr>
          <a:xfrm>
            <a:off x="4785202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7" name="Google Shape;447;p31"/>
          <p:cNvSpPr txBox="1"/>
          <p:nvPr>
            <p:ph idx="4" type="body"/>
          </p:nvPr>
        </p:nvSpPr>
        <p:spPr>
          <a:xfrm>
            <a:off x="7035841" y="3561603"/>
            <a:ext cx="1823400" cy="5028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419100" lvl="0" marL="457200">
              <a:spcBef>
                <a:spcPts val="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1pPr>
            <a:lvl2pPr indent="-419100" lvl="1" marL="914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2pPr>
            <a:lvl3pPr indent="-419100" lvl="2" marL="1371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3pPr>
            <a:lvl4pPr indent="-419100" lvl="3" marL="18288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4pPr>
            <a:lvl5pPr indent="-419100" lvl="4" marL="22860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5pPr>
            <a:lvl6pPr indent="-419100" lvl="5" marL="27432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6pPr>
            <a:lvl7pPr indent="-419100" lvl="6" marL="32004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●"/>
              <a:defRPr b="1" sz="3000">
                <a:latin typeface="Poppins"/>
                <a:ea typeface="Poppins"/>
                <a:cs typeface="Poppins"/>
                <a:sym typeface="Poppins"/>
              </a:defRPr>
            </a:lvl7pPr>
            <a:lvl8pPr indent="-419100" lvl="7" marL="3657600">
              <a:spcBef>
                <a:spcPts val="1000"/>
              </a:spcBef>
              <a:spcAft>
                <a:spcPts val="0"/>
              </a:spcAft>
              <a:buSzPts val="3000"/>
              <a:buFont typeface="Poppins"/>
              <a:buChar char="○"/>
              <a:defRPr b="1" sz="3000">
                <a:latin typeface="Poppins"/>
                <a:ea typeface="Poppins"/>
                <a:cs typeface="Poppins"/>
                <a:sym typeface="Poppins"/>
              </a:defRPr>
            </a:lvl8pPr>
            <a:lvl9pPr indent="-419100" lvl="8" marL="4114800">
              <a:spcBef>
                <a:spcPts val="1000"/>
              </a:spcBef>
              <a:spcAft>
                <a:spcPts val="1000"/>
              </a:spcAft>
              <a:buSzPts val="3000"/>
              <a:buFont typeface="Poppins"/>
              <a:buChar char="■"/>
              <a:defRPr b="1" sz="3000">
                <a:latin typeface="Poppins"/>
                <a:ea typeface="Poppins"/>
                <a:cs typeface="Poppins"/>
                <a:sym typeface="Poppins"/>
              </a:defRPr>
            </a:lvl9pPr>
          </a:lstStyle>
          <a:p/>
        </p:txBody>
      </p:sp>
      <p:sp>
        <p:nvSpPr>
          <p:cNvPr id="448" name="Google Shape;448;p31"/>
          <p:cNvSpPr txBox="1"/>
          <p:nvPr>
            <p:ph idx="5" type="body"/>
          </p:nvPr>
        </p:nvSpPr>
        <p:spPr>
          <a:xfrm>
            <a:off x="283925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49" name="Google Shape;449;p31"/>
          <p:cNvSpPr txBox="1"/>
          <p:nvPr>
            <p:ph idx="6" type="body"/>
          </p:nvPr>
        </p:nvSpPr>
        <p:spPr>
          <a:xfrm>
            <a:off x="2534564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0" name="Google Shape;450;p31"/>
          <p:cNvSpPr txBox="1"/>
          <p:nvPr>
            <p:ph idx="7" type="body"/>
          </p:nvPr>
        </p:nvSpPr>
        <p:spPr>
          <a:xfrm>
            <a:off x="4785202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1" name="Google Shape;451;p31"/>
          <p:cNvSpPr txBox="1"/>
          <p:nvPr>
            <p:ph idx="8" type="body"/>
          </p:nvPr>
        </p:nvSpPr>
        <p:spPr>
          <a:xfrm>
            <a:off x="7035841" y="4183328"/>
            <a:ext cx="1823400" cy="5028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21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sz="1000"/>
            </a:lvl1pPr>
            <a:lvl2pPr indent="-2921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2pPr>
            <a:lvl3pPr indent="-2921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3pPr>
            <a:lvl4pPr indent="-2921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4pPr>
            <a:lvl5pPr indent="-2921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5pPr>
            <a:lvl6pPr indent="-2921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6pPr>
            <a:lvl7pPr indent="-2921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●"/>
              <a:defRPr b="1" sz="1000"/>
            </a:lvl7pPr>
            <a:lvl8pPr indent="-2921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  <a:defRPr b="1" sz="1000"/>
            </a:lvl8pPr>
            <a:lvl9pPr indent="-2921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"/>
              <a:buChar char="■"/>
              <a:defRPr b="1" sz="1000"/>
            </a:lvl9pPr>
          </a:lstStyle>
          <a:p/>
        </p:txBody>
      </p:sp>
      <p:sp>
        <p:nvSpPr>
          <p:cNvPr id="452" name="Google Shape;452;p31"/>
          <p:cNvSpPr/>
          <p:nvPr/>
        </p:nvSpPr>
        <p:spPr>
          <a:xfrm flipH="1" rot="10800000">
            <a:off x="-10739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3" name="Google Shape;453;p31"/>
          <p:cNvSpPr/>
          <p:nvPr/>
        </p:nvSpPr>
        <p:spPr>
          <a:xfrm flipH="1" rot="10800000">
            <a:off x="-34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4" name="Google Shape;454;p31"/>
          <p:cNvSpPr/>
          <p:nvPr/>
        </p:nvSpPr>
        <p:spPr>
          <a:xfrm flipH="1" rot="10800000">
            <a:off x="1072300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5" name="Google Shape;455;p31"/>
          <p:cNvSpPr/>
          <p:nvPr/>
        </p:nvSpPr>
        <p:spPr>
          <a:xfrm flipH="1" rot="10800000">
            <a:off x="2149393" y="773300"/>
            <a:ext cx="2146200" cy="2146200"/>
          </a:xfrm>
          <a:prstGeom prst="pie">
            <a:avLst>
              <a:gd fmla="val 16192689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56" name="Google Shape;456;p31"/>
          <p:cNvSpPr txBox="1"/>
          <p:nvPr>
            <p:ph idx="9" type="subTitle"/>
          </p:nvPr>
        </p:nvSpPr>
        <p:spPr>
          <a:xfrm>
            <a:off x="289900" y="162300"/>
            <a:ext cx="21147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7" name="Google Shape;457;p31"/>
          <p:cNvSpPr txBox="1"/>
          <p:nvPr>
            <p:ph idx="13" type="subTitle"/>
          </p:nvPr>
        </p:nvSpPr>
        <p:spPr>
          <a:xfrm>
            <a:off x="4223400" y="162300"/>
            <a:ext cx="17751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2pPr>
            <a:lvl3pPr lvl="2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3pPr>
            <a:lvl4pPr lvl="3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4pPr>
            <a:lvl5pPr lvl="4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5pPr>
            <a:lvl6pPr lvl="5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6pPr>
            <a:lvl7pPr lvl="6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7pPr>
            <a:lvl8pPr lvl="7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8pPr>
            <a:lvl9pPr lvl="8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9pPr>
          </a:lstStyle>
          <a:p/>
        </p:txBody>
      </p:sp>
      <p:sp>
        <p:nvSpPr>
          <p:cNvPr id="458" name="Google Shape;458;p31"/>
          <p:cNvSpPr txBox="1"/>
          <p:nvPr>
            <p:ph idx="14" type="subTitle"/>
          </p:nvPr>
        </p:nvSpPr>
        <p:spPr>
          <a:xfrm>
            <a:off x="6571675" y="162300"/>
            <a:ext cx="2282400" cy="2184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800"/>
              <a:buNone/>
              <a:defRPr sz="800"/>
            </a:lvl1pPr>
            <a:lvl2pPr lvl="1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r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459" name="Google Shape;459;p31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e &amp; QA">
  <p:cSld name="CUSTOM_3"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1" name="Google Shape;461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2" name="Google Shape;462;p32"/>
          <p:cNvSpPr txBox="1"/>
          <p:nvPr>
            <p:ph idx="1" type="subTitle"/>
          </p:nvPr>
        </p:nvSpPr>
        <p:spPr>
          <a:xfrm>
            <a:off x="284700" y="3566350"/>
            <a:ext cx="4557300" cy="12273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Urbanist Medium"/>
              <a:buNone/>
              <a:defRPr>
                <a:latin typeface="Urbanist Medium"/>
                <a:ea typeface="Urbanist Medium"/>
                <a:cs typeface="Urbanist Medium"/>
                <a:sym typeface="Urbanist Medium"/>
              </a:defRPr>
            </a:lvl9pPr>
          </a:lstStyle>
          <a:p/>
        </p:txBody>
      </p:sp>
      <p:sp>
        <p:nvSpPr>
          <p:cNvPr id="463" name="Google Shape;463;p32"/>
          <p:cNvSpPr/>
          <p:nvPr/>
        </p:nvSpPr>
        <p:spPr>
          <a:xfrm>
            <a:off x="3890550" y="-1634700"/>
            <a:ext cx="3509100" cy="3267600"/>
          </a:xfrm>
          <a:prstGeom prst="pie">
            <a:avLst>
              <a:gd fmla="val 0" name="adj1"/>
              <a:gd fmla="val 5401683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4" name="Google Shape;464;p32"/>
          <p:cNvSpPr/>
          <p:nvPr/>
        </p:nvSpPr>
        <p:spPr>
          <a:xfrm rot="-5400000">
            <a:off x="3889697" y="1638900"/>
            <a:ext cx="3510600" cy="3498600"/>
          </a:xfrm>
          <a:prstGeom prst="pie">
            <a:avLst>
              <a:gd fmla="val 5409954" name="adj1"/>
              <a:gd fmla="val 1080318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5" name="Google Shape;465;p32"/>
          <p:cNvSpPr/>
          <p:nvPr/>
        </p:nvSpPr>
        <p:spPr>
          <a:xfrm rot="-5400000">
            <a:off x="5639256" y="1638900"/>
            <a:ext cx="3510600" cy="3498600"/>
          </a:xfrm>
          <a:prstGeom prst="pie">
            <a:avLst>
              <a:gd fmla="val 0" name="adj1"/>
              <a:gd fmla="val 10803188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6" name="Google Shape;466;p32"/>
          <p:cNvSpPr/>
          <p:nvPr/>
        </p:nvSpPr>
        <p:spPr>
          <a:xfrm>
            <a:off x="5640000" y="-1634700"/>
            <a:ext cx="3509100" cy="3267600"/>
          </a:xfrm>
          <a:prstGeom prst="pie">
            <a:avLst>
              <a:gd fmla="val 0" name="adj1"/>
              <a:gd fmla="val 5400368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  <p:sp>
        <p:nvSpPr>
          <p:cNvPr id="467" name="Google Shape;467;p32"/>
          <p:cNvSpPr txBox="1"/>
          <p:nvPr>
            <p:ph type="title"/>
          </p:nvPr>
        </p:nvSpPr>
        <p:spPr>
          <a:xfrm>
            <a:off x="284700" y="229302"/>
            <a:ext cx="4287300" cy="3069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None/>
              <a:defRPr sz="4400"/>
            </a:lvl1pPr>
            <a:lvl2pPr lvl="1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2pPr>
            <a:lvl3pPr lvl="2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3pPr>
            <a:lvl4pPr lvl="3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4pPr>
            <a:lvl5pPr lvl="4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5pPr>
            <a:lvl6pPr lvl="5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6pPr>
            <a:lvl7pPr lvl="6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7pPr>
            <a:lvl8pPr lvl="7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8pPr>
            <a:lvl9pPr lvl="8">
              <a:spcBef>
                <a:spcPts val="0"/>
              </a:spcBef>
              <a:spcAft>
                <a:spcPts val="0"/>
              </a:spcAft>
              <a:buSzPts val="4400"/>
              <a:buNone/>
              <a:defRPr sz="4400"/>
            </a:lvl9pPr>
          </a:lstStyle>
          <a:p/>
        </p:txBody>
      </p:sp>
      <p:sp>
        <p:nvSpPr>
          <p:cNvPr id="468" name="Google Shape;468;p32"/>
          <p:cNvSpPr txBox="1"/>
          <p:nvPr/>
        </p:nvSpPr>
        <p:spPr>
          <a:xfrm>
            <a:off x="6720300" y="4683627"/>
            <a:ext cx="2195100" cy="29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700">
                <a:solidFill>
                  <a:schemeClr val="lt1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‹#›</a:t>
            </a:fld>
            <a:endParaRPr sz="700">
              <a:solidFill>
                <a:schemeClr val="lt1"/>
              </a:solidFill>
              <a:latin typeface="Urbanist Medium"/>
              <a:ea typeface="Urbanist Medium"/>
              <a:cs typeface="Urbanist Medium"/>
              <a:sym typeface="Urbanist Medium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 slide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3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471" name="Google Shape;471;p3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74" name="Shape 4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5" name="Google Shape;475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6" name="Google Shape;476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479" name="Google Shape;479;p3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80" name="Google Shape;480;p3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 only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3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85" name="Google Shape;485;p3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p3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88" name="Shape 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9" name="Google Shape;489;p4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0" name="Google Shape;490;p4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91" name="Google Shape;491;p4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p4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94" name="Shape 4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5" name="Google Shape;495;p4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96" name="Google Shape;496;p4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Agenda"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p44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0" name="Google Shape;500;p44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1" name="Google Shape;501;p44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2" name="Google Shape;502;p44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3" name="Google Shape;503;p44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4" name="Google Shape;504;p44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5" name="Google Shape;505;p44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506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08" name="Google Shape;508;p45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09" name="Google Shape;509;p45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p4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12" name="Google Shape;512;p46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3" name="Google Shape;513;p46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4" name="Google Shape;514;p46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15" name="Google Shape;515;p46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516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47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8" name="Google Shape;518;p47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19" name="Google Shape;519;p4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20" name="Google Shape;520;p47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1" name="Google Shape;521;p47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2" name="Google Shape;522;p47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23" name="Google Shape;523;p47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524" name="Shape 5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5" name="Google Shape;525;p48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6" name="Google Shape;526;p48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7" name="Google Shape;527;p48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8" name="Google Shape;528;p48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8450" lvl="1" marL="9144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100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100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100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1000"/>
              </a:spcBef>
              <a:spcAft>
                <a:spcPts val="100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29" name="Google Shape;529;p48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30" name="Google Shape;530;p48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1" name="Google Shape;531;p48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2" name="Google Shape;532;p48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33" name="Google Shape;533;p48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34" name="Shape 5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5" name="Google Shape;535;p4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36" name="Google Shape;536;p49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50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39" name="Google Shape;539;p50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50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41" name="Google Shape;541;p50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2" name="Google Shape;542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43" name="Google Shape;543;p50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44" name="Google Shape;544;p50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45" name="Shape 5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6" name="Google Shape;546;p51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47" name="Google Shape;547;p51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8" name="Google Shape;548;p51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49" name="Google Shape;549;p51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0" name="Google Shape;550;p51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51" name="Google Shape;551;p51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0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0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0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000"/>
              </a:spcBef>
              <a:spcAft>
                <a:spcPts val="10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52" name="Google Shape;55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53" name="Google Shape;553;p51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4" name="Google Shape;554;p51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55" name="Google Shape;555;p51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56" name="Shape 5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7" name="Google Shape;557;p52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58" name="Shape 5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Google Shape;559;p53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0" name="Google Shape;560;p53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1" name="Google Shape;561;p53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2" name="Google Shape;562;p53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3" name="Google Shape;563;p53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4" name="Google Shape;564;p53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5" name="Google Shape;565;p53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000"/>
              <a:buNone/>
              <a:defRPr/>
            </a:lvl9pPr>
          </a:lstStyle>
          <a:p/>
        </p:txBody>
      </p:sp>
      <p:sp>
        <p:nvSpPr>
          <p:cNvPr id="566" name="Google Shape;566;p53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7" name="Google Shape;567;p53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68" name="Google Shape;568;p53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42" Type="http://schemas.openxmlformats.org/officeDocument/2006/relationships/slideLayout" Target="../slideLayouts/slideLayout42.xml"/><Relationship Id="rId41" Type="http://schemas.openxmlformats.org/officeDocument/2006/relationships/slideLayout" Target="../slideLayouts/slideLayout41.xml"/><Relationship Id="rId44" Type="http://schemas.openxmlformats.org/officeDocument/2006/relationships/slideLayout" Target="../slideLayouts/slideLayout44.xml"/><Relationship Id="rId43" Type="http://schemas.openxmlformats.org/officeDocument/2006/relationships/slideLayout" Target="../slideLayouts/slideLayout43.xml"/><Relationship Id="rId46" Type="http://schemas.openxmlformats.org/officeDocument/2006/relationships/slideLayout" Target="../slideLayouts/slideLayout46.xml"/><Relationship Id="rId45" Type="http://schemas.openxmlformats.org/officeDocument/2006/relationships/slideLayout" Target="../slideLayouts/slideLayout45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48" Type="http://schemas.openxmlformats.org/officeDocument/2006/relationships/slideLayout" Target="../slideLayouts/slideLayout48.xml"/><Relationship Id="rId47" Type="http://schemas.openxmlformats.org/officeDocument/2006/relationships/slideLayout" Target="../slideLayouts/slideLayout47.xml"/><Relationship Id="rId49" Type="http://schemas.openxmlformats.org/officeDocument/2006/relationships/slideLayout" Target="../slideLayouts/slideLayout4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33" Type="http://schemas.openxmlformats.org/officeDocument/2006/relationships/slideLayout" Target="../slideLayouts/slideLayout33.xml"/><Relationship Id="rId32" Type="http://schemas.openxmlformats.org/officeDocument/2006/relationships/slideLayout" Target="../slideLayouts/slideLayout32.xml"/><Relationship Id="rId35" Type="http://schemas.openxmlformats.org/officeDocument/2006/relationships/slideLayout" Target="../slideLayouts/slideLayout35.xml"/><Relationship Id="rId34" Type="http://schemas.openxmlformats.org/officeDocument/2006/relationships/slideLayout" Target="../slideLayouts/slideLayout34.xml"/><Relationship Id="rId37" Type="http://schemas.openxmlformats.org/officeDocument/2006/relationships/slideLayout" Target="../slideLayouts/slideLayout37.xml"/><Relationship Id="rId36" Type="http://schemas.openxmlformats.org/officeDocument/2006/relationships/slideLayout" Target="../slideLayouts/slideLayout36.xml"/><Relationship Id="rId39" Type="http://schemas.openxmlformats.org/officeDocument/2006/relationships/slideLayout" Target="../slideLayouts/slideLayout39.xml"/><Relationship Id="rId38" Type="http://schemas.openxmlformats.org/officeDocument/2006/relationships/slideLayout" Target="../slideLayouts/slideLayout38.xml"/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29" Type="http://schemas.openxmlformats.org/officeDocument/2006/relationships/slideLayout" Target="../slideLayouts/slideLayout29.xml"/><Relationship Id="rId51" Type="http://schemas.openxmlformats.org/officeDocument/2006/relationships/slideLayout" Target="../slideLayouts/slideLayout51.xml"/><Relationship Id="rId50" Type="http://schemas.openxmlformats.org/officeDocument/2006/relationships/slideLayout" Target="../slideLayouts/slideLayout50.xml"/><Relationship Id="rId53" Type="http://schemas.openxmlformats.org/officeDocument/2006/relationships/theme" Target="../theme/theme1.xml"/><Relationship Id="rId52" Type="http://schemas.openxmlformats.org/officeDocument/2006/relationships/slideLayout" Target="../slideLayouts/slideLayout5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84700" y="1782325"/>
            <a:ext cx="6153900" cy="2901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indent="-298450" lvl="0" marL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1pPr>
            <a:lvl2pPr indent="-298450" lvl="1" marL="914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2pPr>
            <a:lvl3pPr indent="-298450" lvl="2" marL="1371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3pPr>
            <a:lvl4pPr indent="-298450" lvl="3" marL="18288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4pPr>
            <a:lvl5pPr indent="-298450" lvl="4" marL="22860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5pPr>
            <a:lvl6pPr indent="-298450" lvl="5" marL="27432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6pPr>
            <a:lvl7pPr indent="-298450" lvl="6" marL="32004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●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7pPr>
            <a:lvl8pPr indent="-298450" lvl="7" marL="365760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Urbanist"/>
              <a:buChar char="○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8pPr>
            <a:lvl9pPr indent="-298450" lvl="8" marL="411480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100"/>
              <a:buFont typeface="Urbanist"/>
              <a:buChar char="■"/>
              <a:defRPr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283475" y="459250"/>
            <a:ext cx="8575800" cy="65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Font typeface="Poppins SemiBold"/>
              <a:buNone/>
              <a:defRPr sz="4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orient="horz" pos="299">
          <p15:clr>
            <a:schemeClr val="accent1"/>
          </p15:clr>
        </p15:guide>
        <p15:guide id="2" orient="horz" pos="899">
          <p15:clr>
            <a:schemeClr val="accent1"/>
          </p15:clr>
        </p15:guide>
        <p15:guide id="3" orient="horz" pos="960">
          <p15:clr>
            <a:schemeClr val="accent1"/>
          </p15:clr>
        </p15:guide>
        <p15:guide id="4" orient="horz" pos="1560">
          <p15:clr>
            <a:schemeClr val="accent1"/>
          </p15:clr>
        </p15:guide>
        <p15:guide id="5" orient="horz" pos="1620">
          <p15:clr>
            <a:schemeClr val="accent1"/>
          </p15:clr>
        </p15:guide>
        <p15:guide id="6" orient="horz" pos="2280">
          <p15:clr>
            <a:schemeClr val="accent1"/>
          </p15:clr>
        </p15:guide>
        <p15:guide id="7" orient="horz" pos="2341">
          <p15:clr>
            <a:schemeClr val="accent1"/>
          </p15:clr>
        </p15:guide>
        <p15:guide id="8" pos="299">
          <p15:clr>
            <a:schemeClr val="accent1"/>
          </p15:clr>
        </p15:guide>
        <p15:guide id="9" pos="1559">
          <p15:clr>
            <a:schemeClr val="accent1"/>
          </p15:clr>
        </p15:guide>
        <p15:guide id="10" pos="1618">
          <p15:clr>
            <a:schemeClr val="accent1"/>
          </p15:clr>
        </p15:guide>
        <p15:guide id="11" pos="1981">
          <p15:clr>
            <a:schemeClr val="accent2"/>
          </p15:clr>
        </p15:guide>
        <p15:guide id="12" pos="2039">
          <p15:clr>
            <a:schemeClr val="accent2"/>
          </p15:clr>
        </p15:guide>
        <p15:guide id="13" pos="2880">
          <p15:clr>
            <a:schemeClr val="accent1"/>
          </p15:clr>
        </p15:guide>
        <p15:guide id="14" pos="2939">
          <p15:clr>
            <a:schemeClr val="accent1"/>
          </p15:clr>
        </p15:guide>
        <p15:guide id="15" pos="3719">
          <p15:clr>
            <a:schemeClr val="accent2"/>
          </p15:clr>
        </p15:guide>
        <p15:guide id="16" pos="3779">
          <p15:clr>
            <a:schemeClr val="accent2"/>
          </p15:clr>
        </p15:guide>
        <p15:guide id="17" pos="4140">
          <p15:clr>
            <a:schemeClr val="accent1"/>
          </p15:clr>
        </p15:guide>
        <p15:guide id="18" pos="4199">
          <p15:clr>
            <a:schemeClr val="accent1"/>
          </p15:clr>
        </p15:guide>
        <p15:guide id="19" pos="5459">
          <p15:clr>
            <a:schemeClr val="accent1"/>
          </p15:clr>
        </p15:guide>
        <p15:guide id="20" orient="horz" pos="2941">
          <p15:clr>
            <a:schemeClr val="accent1"/>
          </p15:clr>
        </p15:guide>
        <p15:guide id="21" pos="179">
          <p15:clr>
            <a:srgbClr val="EA4335"/>
          </p15:clr>
        </p15:guide>
        <p15:guide id="22" orient="horz" pos="180">
          <p15:clr>
            <a:srgbClr val="EA4335"/>
          </p15:clr>
        </p15:guide>
        <p15:guide id="23" pos="5581">
          <p15:clr>
            <a:srgbClr val="EA4335"/>
          </p15:clr>
        </p15:guide>
        <p15:guide id="24" orient="horz" pos="3060">
          <p15:clr>
            <a:srgbClr val="EA4335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2" name="Shape 5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" name="Google Shape;573;p54"/>
          <p:cNvSpPr txBox="1"/>
          <p:nvPr>
            <p:ph type="title"/>
          </p:nvPr>
        </p:nvSpPr>
        <p:spPr>
          <a:xfrm>
            <a:off x="3236625" y="710724"/>
            <a:ext cx="5622600" cy="12786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/>
              <a:t>Assignment Time Calculator</a:t>
            </a:r>
            <a:endParaRPr sz="4400"/>
          </a:p>
        </p:txBody>
      </p:sp>
      <p:sp>
        <p:nvSpPr>
          <p:cNvPr id="574" name="Google Shape;574;p54"/>
          <p:cNvSpPr txBox="1"/>
          <p:nvPr/>
        </p:nvSpPr>
        <p:spPr>
          <a:xfrm>
            <a:off x="3302525" y="1998475"/>
            <a:ext cx="4935000" cy="2307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WSU Hackathon 2026</a:t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Urbanist"/>
                <a:ea typeface="Urbanist"/>
                <a:cs typeface="Urbanist"/>
                <a:sym typeface="Urbanist"/>
              </a:rPr>
              <a:t>Henrik Dabbs &amp; </a:t>
            </a:r>
            <a:r>
              <a:rPr lang="en" sz="1200">
                <a:solidFill>
                  <a:schemeClr val="lt1"/>
                </a:solidFill>
              </a:rPr>
              <a:t>Max Vislocky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8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55"/>
          <p:cNvSpPr txBox="1"/>
          <p:nvPr>
            <p:ph idx="1" type="subTitle"/>
          </p:nvPr>
        </p:nvSpPr>
        <p:spPr>
          <a:xfrm>
            <a:off x="284700" y="2574275"/>
            <a:ext cx="4287300" cy="408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Everyday life is incredibly busy. Assignments, project, and work can easily pile up become overwhelming to deal with. In part to </a:t>
            </a:r>
            <a:r>
              <a:rPr lang="en"/>
              <a:t>remedy</a:t>
            </a:r>
            <a:r>
              <a:rPr lang="en"/>
              <a:t> this </a:t>
            </a:r>
            <a:r>
              <a:rPr lang="en"/>
              <a:t>issue</a:t>
            </a:r>
            <a:r>
              <a:rPr lang="en"/>
              <a:t>, we created the Assignment Time Calculator, a tool to quickly and efficiently find how long an </a:t>
            </a:r>
            <a:r>
              <a:rPr lang="en"/>
              <a:t>assignment will take you.</a:t>
            </a:r>
            <a:endParaRPr/>
          </a:p>
        </p:txBody>
      </p:sp>
      <p:sp>
        <p:nvSpPr>
          <p:cNvPr id="580" name="Google Shape;580;p55"/>
          <p:cNvSpPr txBox="1"/>
          <p:nvPr>
            <p:ph type="title"/>
          </p:nvPr>
        </p:nvSpPr>
        <p:spPr>
          <a:xfrm>
            <a:off x="284700" y="474750"/>
            <a:ext cx="5622600" cy="1794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Project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4" name="Shape 5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5" name="Google Shape;585;p56"/>
          <p:cNvSpPr txBox="1"/>
          <p:nvPr>
            <p:ph type="title"/>
          </p:nvPr>
        </p:nvSpPr>
        <p:spPr>
          <a:xfrm>
            <a:off x="283675" y="425087"/>
            <a:ext cx="4382400" cy="4338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Features</a:t>
            </a:r>
            <a:endParaRPr/>
          </a:p>
        </p:txBody>
      </p:sp>
      <p:sp>
        <p:nvSpPr>
          <p:cNvPr id="586" name="Google Shape;586;p56"/>
          <p:cNvSpPr/>
          <p:nvPr/>
        </p:nvSpPr>
        <p:spPr>
          <a:xfrm>
            <a:off x="683550" y="1552055"/>
            <a:ext cx="1579200" cy="357900"/>
          </a:xfrm>
          <a:prstGeom prst="roundRect">
            <a:avLst>
              <a:gd fmla="val 50000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Implemented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7" name="Google Shape;587;p56"/>
          <p:cNvSpPr/>
          <p:nvPr/>
        </p:nvSpPr>
        <p:spPr>
          <a:xfrm>
            <a:off x="3913525" y="1552059"/>
            <a:ext cx="1579200" cy="357900"/>
          </a:xfrm>
          <a:prstGeom prst="roundRect">
            <a:avLst>
              <a:gd fmla="val 50000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Partially Implemented</a:t>
            </a:r>
            <a:endParaRPr sz="1000">
              <a:solidFill>
                <a:schemeClr val="dk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8" name="Google Shape;588;p56"/>
          <p:cNvSpPr/>
          <p:nvPr/>
        </p:nvSpPr>
        <p:spPr>
          <a:xfrm>
            <a:off x="6665125" y="1603634"/>
            <a:ext cx="1579200" cy="357900"/>
          </a:xfrm>
          <a:prstGeom prst="roundRect">
            <a:avLst>
              <a:gd fmla="val 50000" name="adj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Planned</a:t>
            </a:r>
            <a:endParaRPr sz="1000">
              <a:solidFill>
                <a:schemeClr val="lt1"/>
              </a:solidFill>
              <a:latin typeface="Poppins SemiBold"/>
              <a:ea typeface="Poppins SemiBold"/>
              <a:cs typeface="Poppins SemiBold"/>
              <a:sym typeface="Poppins SemiBold"/>
            </a:endParaRPr>
          </a:p>
        </p:txBody>
      </p:sp>
      <p:sp>
        <p:nvSpPr>
          <p:cNvPr id="589" name="Google Shape;589;p56"/>
          <p:cNvSpPr txBox="1"/>
          <p:nvPr/>
        </p:nvSpPr>
        <p:spPr>
          <a:xfrm>
            <a:off x="284700" y="2081584"/>
            <a:ext cx="2376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Completely custom GUI programmed from scratch in Java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0" name="Google Shape;590;p56"/>
          <p:cNvSpPr txBox="1"/>
          <p:nvPr/>
        </p:nvSpPr>
        <p:spPr>
          <a:xfrm>
            <a:off x="3913550" y="2081575"/>
            <a:ext cx="1579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Frontend - backend integration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1" name="Google Shape;591;p56"/>
          <p:cNvSpPr txBox="1"/>
          <p:nvPr/>
        </p:nvSpPr>
        <p:spPr>
          <a:xfrm>
            <a:off x="6665125" y="2148899"/>
            <a:ext cx="1579200" cy="653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Calendar Integration - View Assignments on Google or Outlook calendars</a:t>
            </a:r>
            <a:endParaRPr sz="9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2" name="Google Shape;592;p56"/>
          <p:cNvSpPr txBox="1"/>
          <p:nvPr/>
        </p:nvSpPr>
        <p:spPr>
          <a:xfrm>
            <a:off x="284700" y="2786934"/>
            <a:ext cx="2376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Partial database integration with .json saving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3" name="Google Shape;593;p56"/>
          <p:cNvSpPr txBox="1"/>
          <p:nvPr/>
        </p:nvSpPr>
        <p:spPr>
          <a:xfrm>
            <a:off x="3950725" y="2786925"/>
            <a:ext cx="15420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Editing mode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4" name="Google Shape;594;p56"/>
          <p:cNvSpPr txBox="1"/>
          <p:nvPr/>
        </p:nvSpPr>
        <p:spPr>
          <a:xfrm>
            <a:off x="6915175" y="2838500"/>
            <a:ext cx="11406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Enhanced efficiency and performance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5" name="Google Shape;595;p56"/>
          <p:cNvSpPr txBox="1"/>
          <p:nvPr/>
        </p:nvSpPr>
        <p:spPr>
          <a:xfrm>
            <a:off x="284700" y="3492284"/>
            <a:ext cx="2376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Self-learning abilities - The more assignments you complete using the software, the more accurate it becomes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6" name="Google Shape;596;p56"/>
          <p:cNvSpPr txBox="1"/>
          <p:nvPr/>
        </p:nvSpPr>
        <p:spPr>
          <a:xfrm>
            <a:off x="4019875" y="3492275"/>
            <a:ext cx="14142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Assignment Type and Subject creation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7" name="Google Shape;597;p56"/>
          <p:cNvSpPr txBox="1"/>
          <p:nvPr/>
        </p:nvSpPr>
        <p:spPr>
          <a:xfrm>
            <a:off x="6972325" y="3543859"/>
            <a:ext cx="9648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Integrated assignment timer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8" name="Google Shape;598;p56"/>
          <p:cNvSpPr txBox="1"/>
          <p:nvPr/>
        </p:nvSpPr>
        <p:spPr>
          <a:xfrm>
            <a:off x="284700" y="4197634"/>
            <a:ext cx="23769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Flexible backend - subjects and assignment types can be anything, meaning the program is applicable for school and </a:t>
            </a: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professional</a:t>
            </a: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 work environments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599" name="Google Shape;599;p56"/>
          <p:cNvSpPr txBox="1"/>
          <p:nvPr/>
        </p:nvSpPr>
        <p:spPr>
          <a:xfrm>
            <a:off x="3950725" y="4197625"/>
            <a:ext cx="14835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600" name="Google Shape;600;p56"/>
          <p:cNvSpPr txBox="1"/>
          <p:nvPr/>
        </p:nvSpPr>
        <p:spPr>
          <a:xfrm>
            <a:off x="6972325" y="4249209"/>
            <a:ext cx="964800" cy="60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Poppins"/>
                <a:ea typeface="Poppins"/>
                <a:cs typeface="Poppins"/>
                <a:sym typeface="Poppins"/>
              </a:rPr>
              <a:t>Numerous fixes</a:t>
            </a:r>
            <a:endParaRPr sz="1000">
              <a:solidFill>
                <a:schemeClr val="lt1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cxnSp>
        <p:nvCxnSpPr>
          <p:cNvPr id="601" name="Google Shape;601;p56"/>
          <p:cNvCxnSpPr/>
          <p:nvPr/>
        </p:nvCxnSpPr>
        <p:spPr>
          <a:xfrm>
            <a:off x="6089650" y="2081584"/>
            <a:ext cx="0" cy="2610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56"/>
          <p:cNvCxnSpPr/>
          <p:nvPr/>
        </p:nvCxnSpPr>
        <p:spPr>
          <a:xfrm>
            <a:off x="3272875" y="2081584"/>
            <a:ext cx="0" cy="2610300"/>
          </a:xfrm>
          <a:prstGeom prst="straightConnector1">
            <a:avLst/>
          </a:prstGeom>
          <a:noFill/>
          <a:ln cap="flat" cmpd="sng" w="9525">
            <a:solidFill>
              <a:schemeClr val="lt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6" name="Shape 6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7" name="Google Shape;607;p57"/>
          <p:cNvSpPr txBox="1"/>
          <p:nvPr>
            <p:ph idx="3" type="title"/>
          </p:nvPr>
        </p:nvSpPr>
        <p:spPr>
          <a:xfrm>
            <a:off x="284700" y="346674"/>
            <a:ext cx="5622600" cy="813900"/>
          </a:xfrm>
          <a:prstGeom prst="rect">
            <a:avLst/>
          </a:prstGeom>
        </p:spPr>
        <p:txBody>
          <a:bodyPr anchorCtr="0" anchor="t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Development Process &amp;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  Challenges</a:t>
            </a:r>
            <a:endParaRPr/>
          </a:p>
        </p:txBody>
      </p:sp>
      <p:sp>
        <p:nvSpPr>
          <p:cNvPr id="608" name="Google Shape;608;p57"/>
          <p:cNvSpPr txBox="1"/>
          <p:nvPr>
            <p:ph idx="1" type="body"/>
          </p:nvPr>
        </p:nvSpPr>
        <p:spPr>
          <a:xfrm>
            <a:off x="284700" y="1466075"/>
            <a:ext cx="4290600" cy="9192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Low experience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Feature planning &amp; scope creep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Small project completion timeframe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A close up of hands, books, tablets, and laptops on a long table. " id="609" name="Google Shape;609;p57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2000" r="22005" t="0"/>
          <a:stretch/>
        </p:blipFill>
        <p:spPr>
          <a:xfrm>
            <a:off x="6335600" y="1231675"/>
            <a:ext cx="2808600" cy="2498700"/>
          </a:xfrm>
          <a:prstGeom prst="round1Rect">
            <a:avLst>
              <a:gd fmla="val 16667" name="adj"/>
            </a:avLst>
          </a:prstGeom>
        </p:spPr>
      </p:pic>
      <p:sp>
        <p:nvSpPr>
          <p:cNvPr id="610" name="Google Shape;610;p57"/>
          <p:cNvSpPr/>
          <p:nvPr/>
        </p:nvSpPr>
        <p:spPr>
          <a:xfrm flipH="1" rot="-5400000">
            <a:off x="8850" y="543625"/>
            <a:ext cx="551700" cy="551700"/>
          </a:xfrm>
          <a:prstGeom prst="pie">
            <a:avLst>
              <a:gd fmla="val 931" name="adj1"/>
              <a:gd fmla="val 5408708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4" name="Shape 6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5" name="Google Shape;615;p58"/>
          <p:cNvSpPr/>
          <p:nvPr>
            <p:ph idx="2" type="pic"/>
          </p:nvPr>
        </p:nvSpPr>
        <p:spPr>
          <a:xfrm>
            <a:off x="6335600" y="1231675"/>
            <a:ext cx="2808600" cy="2498700"/>
          </a:xfrm>
          <a:prstGeom prst="round1Rect">
            <a:avLst>
              <a:gd fmla="val 16667" name="adj"/>
            </a:avLst>
          </a:prstGeom>
        </p:spPr>
      </p:sp>
      <p:sp>
        <p:nvSpPr>
          <p:cNvPr id="616" name="Google Shape;616;p58"/>
          <p:cNvSpPr txBox="1"/>
          <p:nvPr>
            <p:ph type="title"/>
          </p:nvPr>
        </p:nvSpPr>
        <p:spPr>
          <a:xfrm>
            <a:off x="713000" y="613924"/>
            <a:ext cx="5622600" cy="8139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Demo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[INT] Project timeline/workflow presentation [Style 1] ">
  <a:themeElements>
    <a:clrScheme name="Google Colours">
      <a:dk1>
        <a:srgbClr val="292D3E"/>
      </a:dk1>
      <a:lt1>
        <a:srgbClr val="FFFFFF"/>
      </a:lt1>
      <a:dk2>
        <a:srgbClr val="F1F2DF"/>
      </a:dk2>
      <a:lt2>
        <a:srgbClr val="666666"/>
      </a:lt2>
      <a:accent1>
        <a:srgbClr val="6D31FD"/>
      </a:accent1>
      <a:accent2>
        <a:srgbClr val="066B6B"/>
      </a:accent2>
      <a:accent3>
        <a:srgbClr val="FFDF5F"/>
      </a:accent3>
      <a:accent4>
        <a:srgbClr val="8289FF"/>
      </a:accent4>
      <a:accent5>
        <a:srgbClr val="FF8127"/>
      </a:accent5>
      <a:accent6>
        <a:srgbClr val="CAF38D"/>
      </a:accent6>
      <a:hlink>
        <a:srgbClr val="8289FF"/>
      </a:hlink>
      <a:folHlink>
        <a:srgbClr val="7B1FA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